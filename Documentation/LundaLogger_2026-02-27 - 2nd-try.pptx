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1"/>
  </p:notesMasterIdLst>
  <p:handoutMasterIdLst>
    <p:handoutMasterId r:id="rId22"/>
  </p:handoutMasterIdLst>
  <p:sldIdLst>
    <p:sldId id="256" r:id="rId5"/>
    <p:sldId id="272" r:id="rId6"/>
    <p:sldId id="273" r:id="rId7"/>
    <p:sldId id="274" r:id="rId8"/>
    <p:sldId id="275" r:id="rId9"/>
    <p:sldId id="276" r:id="rId10"/>
    <p:sldId id="277" r:id="rId11"/>
    <p:sldId id="278" r:id="rId12"/>
    <p:sldId id="279" r:id="rId13"/>
    <p:sldId id="280" r:id="rId14"/>
    <p:sldId id="281" r:id="rId15"/>
    <p:sldId id="282" r:id="rId16"/>
    <p:sldId id="283" r:id="rId17"/>
    <p:sldId id="262" r:id="rId18"/>
    <p:sldId id="270" r:id="rId19"/>
    <p:sldId id="271" r:id="rId20"/>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09CF5-6253-458E-9651-FED778A7C9EE}" v="71" dt="2026-03-02T07:27:13.1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64" autoAdjust="0"/>
    <p:restoredTop sz="74115" autoAdjust="0"/>
  </p:normalViewPr>
  <p:slideViewPr>
    <p:cSldViewPr snapToGrid="0" showGuides="1">
      <p:cViewPr varScale="1">
        <p:scale>
          <a:sx n="78" d="100"/>
          <a:sy n="78" d="100"/>
        </p:scale>
        <p:origin x="1200" y="90"/>
      </p:cViewPr>
      <p:guideLst>
        <p:guide orient="horz" pos="2160"/>
        <p:guide pos="3817"/>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117" d="100"/>
          <a:sy n="117" d="100"/>
        </p:scale>
        <p:origin x="3072"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Åke Larsson" userId="8ae1e830-93d6-48cf-9b1c-651031339b9e" providerId="ADAL" clId="{4A876104-3102-4C8D-AE95-BA33508000B9}"/>
    <pc:docChg chg="undo custSel addSld delSld modSld">
      <pc:chgData name="Åke Larsson" userId="8ae1e830-93d6-48cf-9b1c-651031339b9e" providerId="ADAL" clId="{4A876104-3102-4C8D-AE95-BA33508000B9}" dt="2026-03-04T07:56:19.858" v="209" actId="20577"/>
      <pc:docMkLst>
        <pc:docMk/>
      </pc:docMkLst>
      <pc:sldChg chg="addSp delSp modSp mod modClrScheme chgLayout">
        <pc:chgData name="Åke Larsson" userId="8ae1e830-93d6-48cf-9b1c-651031339b9e" providerId="ADAL" clId="{4A876104-3102-4C8D-AE95-BA33508000B9}" dt="2026-02-27T09:53:04.686" v="82" actId="478"/>
        <pc:sldMkLst>
          <pc:docMk/>
          <pc:sldMk cId="1972002611" sldId="256"/>
        </pc:sldMkLst>
        <pc:spChg chg="mod">
          <ac:chgData name="Åke Larsson" userId="8ae1e830-93d6-48cf-9b1c-651031339b9e" providerId="ADAL" clId="{4A876104-3102-4C8D-AE95-BA33508000B9}" dt="2026-02-27T09:52:58.640" v="81" actId="26606"/>
          <ac:spMkLst>
            <pc:docMk/>
            <pc:sldMk cId="1972002611" sldId="256"/>
            <ac:spMk id="2" creationId="{3541CFDC-0B5E-49ED-8E43-7F408FFBD7EF}"/>
          </ac:spMkLst>
        </pc:spChg>
        <pc:spChg chg="mod">
          <ac:chgData name="Åke Larsson" userId="8ae1e830-93d6-48cf-9b1c-651031339b9e" providerId="ADAL" clId="{4A876104-3102-4C8D-AE95-BA33508000B9}" dt="2026-02-27T09:52:58.640" v="81" actId="26606"/>
          <ac:spMkLst>
            <pc:docMk/>
            <pc:sldMk cId="1972002611" sldId="256"/>
            <ac:spMk id="3" creationId="{DE2E746C-6F83-47C7-B534-B7C10E234DD7}"/>
          </ac:spMkLst>
        </pc:spChg>
        <pc:spChg chg="mod ord">
          <ac:chgData name="Åke Larsson" userId="8ae1e830-93d6-48cf-9b1c-651031339b9e" providerId="ADAL" clId="{4A876104-3102-4C8D-AE95-BA33508000B9}" dt="2026-02-27T09:52:58.640" v="81" actId="26606"/>
          <ac:spMkLst>
            <pc:docMk/>
            <pc:sldMk cId="1972002611" sldId="256"/>
            <ac:spMk id="4" creationId="{6353B284-8BB4-4513-9C98-65966503C636}"/>
          </ac:spMkLst>
        </pc:spChg>
      </pc:sldChg>
      <pc:sldChg chg="del">
        <pc:chgData name="Åke Larsson" userId="8ae1e830-93d6-48cf-9b1c-651031339b9e" providerId="ADAL" clId="{4A876104-3102-4C8D-AE95-BA33508000B9}" dt="2026-02-27T09:51:01.169" v="0" actId="47"/>
        <pc:sldMkLst>
          <pc:docMk/>
          <pc:sldMk cId="2419880407" sldId="258"/>
        </pc:sldMkLst>
      </pc:sldChg>
      <pc:sldChg chg="del">
        <pc:chgData name="Åke Larsson" userId="8ae1e830-93d6-48cf-9b1c-651031339b9e" providerId="ADAL" clId="{4A876104-3102-4C8D-AE95-BA33508000B9}" dt="2026-02-27T09:52:16.085" v="63" actId="47"/>
        <pc:sldMkLst>
          <pc:docMk/>
          <pc:sldMk cId="2493197501" sldId="269"/>
        </pc:sldMkLst>
      </pc:sldChg>
      <pc:sldChg chg="del">
        <pc:chgData name="Åke Larsson" userId="8ae1e830-93d6-48cf-9b1c-651031339b9e" providerId="ADAL" clId="{4A876104-3102-4C8D-AE95-BA33508000B9}" dt="2026-02-27T09:51:01.169" v="0" actId="47"/>
        <pc:sldMkLst>
          <pc:docMk/>
          <pc:sldMk cId="502604115" sldId="270"/>
        </pc:sldMkLst>
      </pc:sldChg>
      <pc:sldChg chg="addSp delSp modSp new mod modClrScheme chgLayout">
        <pc:chgData name="Åke Larsson" userId="8ae1e830-93d6-48cf-9b1c-651031339b9e" providerId="ADAL" clId="{4A876104-3102-4C8D-AE95-BA33508000B9}" dt="2026-02-27T11:33:35.222" v="113" actId="1076"/>
        <pc:sldMkLst>
          <pc:docMk/>
          <pc:sldMk cId="1364551604" sldId="270"/>
        </pc:sldMkLst>
        <pc:spChg chg="mod">
          <ac:chgData name="Åke Larsson" userId="8ae1e830-93d6-48cf-9b1c-651031339b9e" providerId="ADAL" clId="{4A876104-3102-4C8D-AE95-BA33508000B9}" dt="2026-02-27T09:53:16.814" v="83" actId="26606"/>
          <ac:spMkLst>
            <pc:docMk/>
            <pc:sldMk cId="1364551604" sldId="270"/>
            <ac:spMk id="4" creationId="{50CA56AD-2B8B-8453-A280-43F895C33231}"/>
          </ac:spMkLst>
        </pc:spChg>
        <pc:spChg chg="mod">
          <ac:chgData name="Åke Larsson" userId="8ae1e830-93d6-48cf-9b1c-651031339b9e" providerId="ADAL" clId="{4A876104-3102-4C8D-AE95-BA33508000B9}" dt="2026-02-27T09:53:16.814" v="83" actId="26606"/>
          <ac:spMkLst>
            <pc:docMk/>
            <pc:sldMk cId="1364551604" sldId="270"/>
            <ac:spMk id="7" creationId="{9877CEF5-1A3F-62D0-1392-0D71EEAA830B}"/>
          </ac:spMkLst>
        </pc:spChg>
        <pc:spChg chg="add mod">
          <ac:chgData name="Åke Larsson" userId="8ae1e830-93d6-48cf-9b1c-651031339b9e" providerId="ADAL" clId="{4A876104-3102-4C8D-AE95-BA33508000B9}" dt="2026-02-27T09:53:16.814" v="83" actId="26606"/>
          <ac:spMkLst>
            <pc:docMk/>
            <pc:sldMk cId="1364551604" sldId="270"/>
            <ac:spMk id="16" creationId="{72BFD0B2-EB1C-BF8B-7575-AC725BA46EF6}"/>
          </ac:spMkLst>
        </pc:spChg>
        <pc:spChg chg="add mod">
          <ac:chgData name="Åke Larsson" userId="8ae1e830-93d6-48cf-9b1c-651031339b9e" providerId="ADAL" clId="{4A876104-3102-4C8D-AE95-BA33508000B9}" dt="2026-02-27T09:53:16.814" v="83" actId="26606"/>
          <ac:spMkLst>
            <pc:docMk/>
            <pc:sldMk cId="1364551604" sldId="270"/>
            <ac:spMk id="18" creationId="{CB6808DB-764D-E8FC-5DFD-AD0575E8833B}"/>
          </ac:spMkLst>
        </pc:spChg>
        <pc:picChg chg="add mod">
          <ac:chgData name="Åke Larsson" userId="8ae1e830-93d6-48cf-9b1c-651031339b9e" providerId="ADAL" clId="{4A876104-3102-4C8D-AE95-BA33508000B9}" dt="2026-02-27T09:53:16.814" v="83" actId="26606"/>
          <ac:picMkLst>
            <pc:docMk/>
            <pc:sldMk cId="1364551604" sldId="270"/>
            <ac:picMk id="9" creationId="{FA38D36C-3E0E-AD71-AC43-C725C5CFB340}"/>
          </ac:picMkLst>
        </pc:picChg>
        <pc:picChg chg="add mod">
          <ac:chgData name="Åke Larsson" userId="8ae1e830-93d6-48cf-9b1c-651031339b9e" providerId="ADAL" clId="{4A876104-3102-4C8D-AE95-BA33508000B9}" dt="2026-02-27T09:54:28.753" v="86" actId="962"/>
          <ac:picMkLst>
            <pc:docMk/>
            <pc:sldMk cId="1364551604" sldId="270"/>
            <ac:picMk id="11" creationId="{0CACF70D-8500-C214-35B7-8F083982AD69}"/>
          </ac:picMkLst>
        </pc:picChg>
        <pc:picChg chg="add mod">
          <ac:chgData name="Åke Larsson" userId="8ae1e830-93d6-48cf-9b1c-651031339b9e" providerId="ADAL" clId="{4A876104-3102-4C8D-AE95-BA33508000B9}" dt="2026-02-27T11:33:35.222" v="113" actId="1076"/>
          <ac:picMkLst>
            <pc:docMk/>
            <pc:sldMk cId="1364551604" sldId="270"/>
            <ac:picMk id="12" creationId="{1D657CAF-60F5-45C5-03C6-4F3C2C005B63}"/>
          </ac:picMkLst>
        </pc:picChg>
      </pc:sldChg>
      <pc:sldChg chg="addSp delSp modSp add mod">
        <pc:chgData name="Åke Larsson" userId="8ae1e830-93d6-48cf-9b1c-651031339b9e" providerId="ADAL" clId="{4A876104-3102-4C8D-AE95-BA33508000B9}" dt="2026-02-27T11:35:33.420" v="155" actId="20577"/>
        <pc:sldMkLst>
          <pc:docMk/>
          <pc:sldMk cId="314715599" sldId="271"/>
        </pc:sldMkLst>
        <pc:spChg chg="mod">
          <ac:chgData name="Åke Larsson" userId="8ae1e830-93d6-48cf-9b1c-651031339b9e" providerId="ADAL" clId="{4A876104-3102-4C8D-AE95-BA33508000B9}" dt="2026-02-27T11:35:33.420" v="155" actId="20577"/>
          <ac:spMkLst>
            <pc:docMk/>
            <pc:sldMk cId="314715599" sldId="271"/>
            <ac:spMk id="4" creationId="{722B1D4D-D34C-22AA-F91A-A5FE9ECE1E3B}"/>
          </ac:spMkLst>
        </pc:spChg>
        <pc:spChg chg="add mod">
          <ac:chgData name="Åke Larsson" userId="8ae1e830-93d6-48cf-9b1c-651031339b9e" providerId="ADAL" clId="{4A876104-3102-4C8D-AE95-BA33508000B9}" dt="2026-02-27T11:33:31.466" v="111" actId="21"/>
          <ac:spMkLst>
            <pc:docMk/>
            <pc:sldMk cId="314715599" sldId="271"/>
            <ac:spMk id="10" creationId="{933E445A-D31A-1571-845C-D524084264DE}"/>
          </ac:spMkLst>
        </pc:spChg>
        <pc:picChg chg="add mod">
          <ac:chgData name="Åke Larsson" userId="8ae1e830-93d6-48cf-9b1c-651031339b9e" providerId="ADAL" clId="{4A876104-3102-4C8D-AE95-BA33508000B9}" dt="2026-02-27T11:33:55.223" v="116" actId="1076"/>
          <ac:picMkLst>
            <pc:docMk/>
            <pc:sldMk cId="314715599" sldId="271"/>
            <ac:picMk id="11" creationId="{82257D6D-1486-A3EC-957B-854A49F13CE8}"/>
          </ac:picMkLst>
        </pc:picChg>
      </pc:sldChg>
      <pc:sldChg chg="del">
        <pc:chgData name="Åke Larsson" userId="8ae1e830-93d6-48cf-9b1c-651031339b9e" providerId="ADAL" clId="{4A876104-3102-4C8D-AE95-BA33508000B9}" dt="2026-02-27T09:51:01.169" v="0" actId="47"/>
        <pc:sldMkLst>
          <pc:docMk/>
          <pc:sldMk cId="1583643844" sldId="271"/>
        </pc:sldMkLst>
      </pc:sldChg>
      <pc:sldChg chg="modSp add modNotes">
        <pc:chgData name="Åke Larsson" userId="8ae1e830-93d6-48cf-9b1c-651031339b9e" providerId="ADAL" clId="{4A876104-3102-4C8D-AE95-BA33508000B9}" dt="2026-02-27T11:35:26.191" v="143"/>
        <pc:sldMkLst>
          <pc:docMk/>
          <pc:sldMk cId="563271231" sldId="272"/>
        </pc:sldMkLst>
        <pc:spChg chg="mod">
          <ac:chgData name="Åke Larsson" userId="8ae1e830-93d6-48cf-9b1c-651031339b9e" providerId="ADAL" clId="{4A876104-3102-4C8D-AE95-BA33508000B9}" dt="2026-02-27T11:35:26.191" v="143"/>
          <ac:spMkLst>
            <pc:docMk/>
            <pc:sldMk cId="563271231" sldId="272"/>
            <ac:spMk id="4" creationId="{FD5A2783-9F75-7010-F97D-B09F6EC8EEDA}"/>
          </ac:spMkLst>
        </pc:spChg>
      </pc:sldChg>
      <pc:sldChg chg="add del">
        <pc:chgData name="Åke Larsson" userId="8ae1e830-93d6-48cf-9b1c-651031339b9e" providerId="ADAL" clId="{4A876104-3102-4C8D-AE95-BA33508000B9}" dt="2026-02-27T11:34:36.335" v="125"/>
        <pc:sldMkLst>
          <pc:docMk/>
          <pc:sldMk cId="2471861686" sldId="272"/>
        </pc:sldMkLst>
      </pc:sldChg>
      <pc:sldChg chg="del">
        <pc:chgData name="Åke Larsson" userId="8ae1e830-93d6-48cf-9b1c-651031339b9e" providerId="ADAL" clId="{4A876104-3102-4C8D-AE95-BA33508000B9}" dt="2026-02-27T09:51:01.169" v="0" actId="47"/>
        <pc:sldMkLst>
          <pc:docMk/>
          <pc:sldMk cId="2595592812" sldId="272"/>
        </pc:sldMkLst>
      </pc:sldChg>
      <pc:sldChg chg="add del">
        <pc:chgData name="Åke Larsson" userId="8ae1e830-93d6-48cf-9b1c-651031339b9e" providerId="ADAL" clId="{4A876104-3102-4C8D-AE95-BA33508000B9}" dt="2026-02-27T11:34:04.199" v="117" actId="47"/>
        <pc:sldMkLst>
          <pc:docMk/>
          <pc:sldMk cId="3031368634" sldId="272"/>
        </pc:sldMkLst>
      </pc:sldChg>
      <pc:sldChg chg="add del">
        <pc:chgData name="Åke Larsson" userId="8ae1e830-93d6-48cf-9b1c-651031339b9e" providerId="ADAL" clId="{4A876104-3102-4C8D-AE95-BA33508000B9}" dt="2026-02-27T11:34:35.880" v="124"/>
        <pc:sldMkLst>
          <pc:docMk/>
          <pc:sldMk cId="51590319" sldId="273"/>
        </pc:sldMkLst>
      </pc:sldChg>
      <pc:sldChg chg="del">
        <pc:chgData name="Åke Larsson" userId="8ae1e830-93d6-48cf-9b1c-651031339b9e" providerId="ADAL" clId="{4A876104-3102-4C8D-AE95-BA33508000B9}" dt="2026-02-27T09:51:01.169" v="0" actId="47"/>
        <pc:sldMkLst>
          <pc:docMk/>
          <pc:sldMk cId="776360021" sldId="273"/>
        </pc:sldMkLst>
      </pc:sldChg>
      <pc:sldChg chg="add del">
        <pc:chgData name="Åke Larsson" userId="8ae1e830-93d6-48cf-9b1c-651031339b9e" providerId="ADAL" clId="{4A876104-3102-4C8D-AE95-BA33508000B9}" dt="2026-02-27T11:34:04.199" v="117" actId="47"/>
        <pc:sldMkLst>
          <pc:docMk/>
          <pc:sldMk cId="864880527" sldId="273"/>
        </pc:sldMkLst>
      </pc:sldChg>
      <pc:sldChg chg="modSp add mod modNotesTx">
        <pc:chgData name="Åke Larsson" userId="8ae1e830-93d6-48cf-9b1c-651031339b9e" providerId="ADAL" clId="{4A876104-3102-4C8D-AE95-BA33508000B9}" dt="2026-03-04T07:56:19.858" v="209" actId="20577"/>
        <pc:sldMkLst>
          <pc:docMk/>
          <pc:sldMk cId="2874622017" sldId="273"/>
        </pc:sldMkLst>
        <pc:spChg chg="mod">
          <ac:chgData name="Åke Larsson" userId="8ae1e830-93d6-48cf-9b1c-651031339b9e" providerId="ADAL" clId="{4A876104-3102-4C8D-AE95-BA33508000B9}" dt="2026-02-27T11:36:31.460" v="179" actId="20577"/>
          <ac:spMkLst>
            <pc:docMk/>
            <pc:sldMk cId="2874622017" sldId="273"/>
            <ac:spMk id="4" creationId="{AEF2BF10-CA3A-1CC1-8BA2-4A4973A1073F}"/>
          </ac:spMkLst>
        </pc:spChg>
      </pc:sldChg>
      <pc:sldChg chg="add del">
        <pc:chgData name="Åke Larsson" userId="8ae1e830-93d6-48cf-9b1c-651031339b9e" providerId="ADAL" clId="{4A876104-3102-4C8D-AE95-BA33508000B9}" dt="2026-02-27T11:34:04.199" v="117" actId="47"/>
        <pc:sldMkLst>
          <pc:docMk/>
          <pc:sldMk cId="328277959" sldId="274"/>
        </pc:sldMkLst>
      </pc:sldChg>
      <pc:sldChg chg="modSp add mod">
        <pc:chgData name="Åke Larsson" userId="8ae1e830-93d6-48cf-9b1c-651031339b9e" providerId="ADAL" clId="{4A876104-3102-4C8D-AE95-BA33508000B9}" dt="2026-02-27T11:36:59.893" v="196" actId="20577"/>
        <pc:sldMkLst>
          <pc:docMk/>
          <pc:sldMk cId="1037587882" sldId="274"/>
        </pc:sldMkLst>
        <pc:spChg chg="mod">
          <ac:chgData name="Åke Larsson" userId="8ae1e830-93d6-48cf-9b1c-651031339b9e" providerId="ADAL" clId="{4A876104-3102-4C8D-AE95-BA33508000B9}" dt="2026-02-27T11:36:59.893" v="196" actId="20577"/>
          <ac:spMkLst>
            <pc:docMk/>
            <pc:sldMk cId="1037587882" sldId="274"/>
            <ac:spMk id="4" creationId="{9F18AC12-4419-7929-BA53-8EDC07EA5ED5}"/>
          </ac:spMkLst>
        </pc:spChg>
      </pc:sldChg>
      <pc:sldChg chg="add del">
        <pc:chgData name="Åke Larsson" userId="8ae1e830-93d6-48cf-9b1c-651031339b9e" providerId="ADAL" clId="{4A876104-3102-4C8D-AE95-BA33508000B9}" dt="2026-02-27T11:34:35.623" v="123"/>
        <pc:sldMkLst>
          <pc:docMk/>
          <pc:sldMk cId="3886595959" sldId="274"/>
        </pc:sldMkLst>
      </pc:sldChg>
      <pc:sldChg chg="del">
        <pc:chgData name="Åke Larsson" userId="8ae1e830-93d6-48cf-9b1c-651031339b9e" providerId="ADAL" clId="{4A876104-3102-4C8D-AE95-BA33508000B9}" dt="2026-02-27T09:51:01.169" v="0" actId="47"/>
        <pc:sldMkLst>
          <pc:docMk/>
          <pc:sldMk cId="4220109276" sldId="274"/>
        </pc:sldMkLst>
      </pc:sldChg>
      <pc:sldChg chg="del">
        <pc:chgData name="Åke Larsson" userId="8ae1e830-93d6-48cf-9b1c-651031339b9e" providerId="ADAL" clId="{4A876104-3102-4C8D-AE95-BA33508000B9}" dt="2026-02-27T09:51:01.169" v="0" actId="47"/>
        <pc:sldMkLst>
          <pc:docMk/>
          <pc:sldMk cId="2093089229" sldId="275"/>
        </pc:sldMkLst>
      </pc:sldChg>
      <pc:sldChg chg="modSp add modNotes">
        <pc:chgData name="Åke Larsson" userId="8ae1e830-93d6-48cf-9b1c-651031339b9e" providerId="ADAL" clId="{4A876104-3102-4C8D-AE95-BA33508000B9}" dt="2026-03-02T07:24:15.241" v="197"/>
        <pc:sldMkLst>
          <pc:docMk/>
          <pc:sldMk cId="4176485835" sldId="275"/>
        </pc:sldMkLst>
        <pc:spChg chg="mod">
          <ac:chgData name="Åke Larsson" userId="8ae1e830-93d6-48cf-9b1c-651031339b9e" providerId="ADAL" clId="{4A876104-3102-4C8D-AE95-BA33508000B9}" dt="2026-03-02T07:24:15.241" v="197"/>
          <ac:spMkLst>
            <pc:docMk/>
            <pc:sldMk cId="4176485835" sldId="275"/>
            <ac:spMk id="4" creationId="{3F9BE514-0D0E-BF1A-5187-A73D94625541}"/>
          </ac:spMkLst>
        </pc:spChg>
      </pc:sldChg>
      <pc:sldChg chg="add del">
        <pc:chgData name="Åke Larsson" userId="8ae1e830-93d6-48cf-9b1c-651031339b9e" providerId="ADAL" clId="{4A876104-3102-4C8D-AE95-BA33508000B9}" dt="2026-02-27T11:34:35.424" v="122"/>
        <pc:sldMkLst>
          <pc:docMk/>
          <pc:sldMk cId="4217382958" sldId="275"/>
        </pc:sldMkLst>
      </pc:sldChg>
      <pc:sldChg chg="add del">
        <pc:chgData name="Åke Larsson" userId="8ae1e830-93d6-48cf-9b1c-651031339b9e" providerId="ADAL" clId="{4A876104-3102-4C8D-AE95-BA33508000B9}" dt="2026-02-27T11:34:04.199" v="117" actId="47"/>
        <pc:sldMkLst>
          <pc:docMk/>
          <pc:sldMk cId="4238414860" sldId="275"/>
        </pc:sldMkLst>
      </pc:sldChg>
      <pc:sldChg chg="add del">
        <pc:chgData name="Åke Larsson" userId="8ae1e830-93d6-48cf-9b1c-651031339b9e" providerId="ADAL" clId="{4A876104-3102-4C8D-AE95-BA33508000B9}" dt="2026-02-27T11:34:04.199" v="117" actId="47"/>
        <pc:sldMkLst>
          <pc:docMk/>
          <pc:sldMk cId="583674246" sldId="276"/>
        </pc:sldMkLst>
      </pc:sldChg>
      <pc:sldChg chg="del">
        <pc:chgData name="Åke Larsson" userId="8ae1e830-93d6-48cf-9b1c-651031339b9e" providerId="ADAL" clId="{4A876104-3102-4C8D-AE95-BA33508000B9}" dt="2026-02-27T09:51:01.169" v="0" actId="47"/>
        <pc:sldMkLst>
          <pc:docMk/>
          <pc:sldMk cId="2032591418" sldId="276"/>
        </pc:sldMkLst>
      </pc:sldChg>
      <pc:sldChg chg="modSp add mod modNotes">
        <pc:chgData name="Åke Larsson" userId="8ae1e830-93d6-48cf-9b1c-651031339b9e" providerId="ADAL" clId="{4A876104-3102-4C8D-AE95-BA33508000B9}" dt="2026-03-02T07:24:37.038" v="200" actId="20577"/>
        <pc:sldMkLst>
          <pc:docMk/>
          <pc:sldMk cId="2806732724" sldId="276"/>
        </pc:sldMkLst>
        <pc:spChg chg="mod">
          <ac:chgData name="Åke Larsson" userId="8ae1e830-93d6-48cf-9b1c-651031339b9e" providerId="ADAL" clId="{4A876104-3102-4C8D-AE95-BA33508000B9}" dt="2026-03-02T07:24:37.038" v="200" actId="20577"/>
          <ac:spMkLst>
            <pc:docMk/>
            <pc:sldMk cId="2806732724" sldId="276"/>
            <ac:spMk id="4" creationId="{CD6A231F-64A2-4B3F-BB36-2BD912DC0B8F}"/>
          </ac:spMkLst>
        </pc:spChg>
      </pc:sldChg>
      <pc:sldChg chg="modSp add modNotes">
        <pc:chgData name="Åke Larsson" userId="8ae1e830-93d6-48cf-9b1c-651031339b9e" providerId="ADAL" clId="{4A876104-3102-4C8D-AE95-BA33508000B9}" dt="2026-03-02T07:25:01.354" v="201"/>
        <pc:sldMkLst>
          <pc:docMk/>
          <pc:sldMk cId="1328483377" sldId="277"/>
        </pc:sldMkLst>
        <pc:spChg chg="mod">
          <ac:chgData name="Åke Larsson" userId="8ae1e830-93d6-48cf-9b1c-651031339b9e" providerId="ADAL" clId="{4A876104-3102-4C8D-AE95-BA33508000B9}" dt="2026-03-02T07:25:01.354" v="201"/>
          <ac:spMkLst>
            <pc:docMk/>
            <pc:sldMk cId="1328483377" sldId="277"/>
            <ac:spMk id="4" creationId="{5F8B2E2C-860A-D2BF-E413-94EFA20188A0}"/>
          </ac:spMkLst>
        </pc:spChg>
      </pc:sldChg>
      <pc:sldChg chg="del">
        <pc:chgData name="Åke Larsson" userId="8ae1e830-93d6-48cf-9b1c-651031339b9e" providerId="ADAL" clId="{4A876104-3102-4C8D-AE95-BA33508000B9}" dt="2026-02-27T09:51:01.169" v="0" actId="47"/>
        <pc:sldMkLst>
          <pc:docMk/>
          <pc:sldMk cId="2898110084" sldId="277"/>
        </pc:sldMkLst>
      </pc:sldChg>
      <pc:sldChg chg="add del">
        <pc:chgData name="Åke Larsson" userId="8ae1e830-93d6-48cf-9b1c-651031339b9e" providerId="ADAL" clId="{4A876104-3102-4C8D-AE95-BA33508000B9}" dt="2026-02-27T11:34:04.199" v="117" actId="47"/>
        <pc:sldMkLst>
          <pc:docMk/>
          <pc:sldMk cId="3797899887" sldId="277"/>
        </pc:sldMkLst>
      </pc:sldChg>
      <pc:sldChg chg="del">
        <pc:chgData name="Åke Larsson" userId="8ae1e830-93d6-48cf-9b1c-651031339b9e" providerId="ADAL" clId="{4A876104-3102-4C8D-AE95-BA33508000B9}" dt="2026-02-27T09:51:01.169" v="0" actId="47"/>
        <pc:sldMkLst>
          <pc:docMk/>
          <pc:sldMk cId="862786369" sldId="278"/>
        </pc:sldMkLst>
      </pc:sldChg>
      <pc:sldChg chg="add del">
        <pc:chgData name="Åke Larsson" userId="8ae1e830-93d6-48cf-9b1c-651031339b9e" providerId="ADAL" clId="{4A876104-3102-4C8D-AE95-BA33508000B9}" dt="2026-02-27T11:34:04.199" v="117" actId="47"/>
        <pc:sldMkLst>
          <pc:docMk/>
          <pc:sldMk cId="873930755" sldId="278"/>
        </pc:sldMkLst>
      </pc:sldChg>
      <pc:sldChg chg="modSp add modNotes">
        <pc:chgData name="Åke Larsson" userId="8ae1e830-93d6-48cf-9b1c-651031339b9e" providerId="ADAL" clId="{4A876104-3102-4C8D-AE95-BA33508000B9}" dt="2026-03-02T07:25:17.643" v="202"/>
        <pc:sldMkLst>
          <pc:docMk/>
          <pc:sldMk cId="3716673182" sldId="278"/>
        </pc:sldMkLst>
        <pc:spChg chg="mod">
          <ac:chgData name="Åke Larsson" userId="8ae1e830-93d6-48cf-9b1c-651031339b9e" providerId="ADAL" clId="{4A876104-3102-4C8D-AE95-BA33508000B9}" dt="2026-03-02T07:25:17.643" v="202"/>
          <ac:spMkLst>
            <pc:docMk/>
            <pc:sldMk cId="3716673182" sldId="278"/>
            <ac:spMk id="4" creationId="{D73A382F-D919-C50A-C330-4B7759A9C233}"/>
          </ac:spMkLst>
        </pc:spChg>
      </pc:sldChg>
      <pc:sldChg chg="del">
        <pc:chgData name="Åke Larsson" userId="8ae1e830-93d6-48cf-9b1c-651031339b9e" providerId="ADAL" clId="{4A876104-3102-4C8D-AE95-BA33508000B9}" dt="2026-02-27T09:51:01.169" v="0" actId="47"/>
        <pc:sldMkLst>
          <pc:docMk/>
          <pc:sldMk cId="2212541587" sldId="279"/>
        </pc:sldMkLst>
      </pc:sldChg>
      <pc:sldChg chg="add del">
        <pc:chgData name="Åke Larsson" userId="8ae1e830-93d6-48cf-9b1c-651031339b9e" providerId="ADAL" clId="{4A876104-3102-4C8D-AE95-BA33508000B9}" dt="2026-02-27T11:34:04.199" v="117" actId="47"/>
        <pc:sldMkLst>
          <pc:docMk/>
          <pc:sldMk cId="3040992903" sldId="279"/>
        </pc:sldMkLst>
      </pc:sldChg>
      <pc:sldChg chg="modSp add modNotes">
        <pc:chgData name="Åke Larsson" userId="8ae1e830-93d6-48cf-9b1c-651031339b9e" providerId="ADAL" clId="{4A876104-3102-4C8D-AE95-BA33508000B9}" dt="2026-03-02T07:25:31.945" v="203"/>
        <pc:sldMkLst>
          <pc:docMk/>
          <pc:sldMk cId="3068207319" sldId="279"/>
        </pc:sldMkLst>
        <pc:spChg chg="mod">
          <ac:chgData name="Åke Larsson" userId="8ae1e830-93d6-48cf-9b1c-651031339b9e" providerId="ADAL" clId="{4A876104-3102-4C8D-AE95-BA33508000B9}" dt="2026-03-02T07:25:31.945" v="203"/>
          <ac:spMkLst>
            <pc:docMk/>
            <pc:sldMk cId="3068207319" sldId="279"/>
            <ac:spMk id="4" creationId="{3CD76DF2-4C8A-AE09-71DF-E9F10233DDE0}"/>
          </ac:spMkLst>
        </pc:spChg>
      </pc:sldChg>
      <pc:sldChg chg="add del">
        <pc:chgData name="Åke Larsson" userId="8ae1e830-93d6-48cf-9b1c-651031339b9e" providerId="ADAL" clId="{4A876104-3102-4C8D-AE95-BA33508000B9}" dt="2026-02-27T11:34:04.199" v="117" actId="47"/>
        <pc:sldMkLst>
          <pc:docMk/>
          <pc:sldMk cId="2090036907" sldId="280"/>
        </pc:sldMkLst>
      </pc:sldChg>
      <pc:sldChg chg="modSp add modNotes">
        <pc:chgData name="Åke Larsson" userId="8ae1e830-93d6-48cf-9b1c-651031339b9e" providerId="ADAL" clId="{4A876104-3102-4C8D-AE95-BA33508000B9}" dt="2026-03-02T07:25:55.795" v="204"/>
        <pc:sldMkLst>
          <pc:docMk/>
          <pc:sldMk cId="2307278145" sldId="280"/>
        </pc:sldMkLst>
        <pc:spChg chg="mod">
          <ac:chgData name="Åke Larsson" userId="8ae1e830-93d6-48cf-9b1c-651031339b9e" providerId="ADAL" clId="{4A876104-3102-4C8D-AE95-BA33508000B9}" dt="2026-03-02T07:25:55.795" v="204"/>
          <ac:spMkLst>
            <pc:docMk/>
            <pc:sldMk cId="2307278145" sldId="280"/>
            <ac:spMk id="4" creationId="{9CC32217-0733-9D08-7B1A-ADCD5157AF5D}"/>
          </ac:spMkLst>
        </pc:spChg>
      </pc:sldChg>
      <pc:sldChg chg="del">
        <pc:chgData name="Åke Larsson" userId="8ae1e830-93d6-48cf-9b1c-651031339b9e" providerId="ADAL" clId="{4A876104-3102-4C8D-AE95-BA33508000B9}" dt="2026-02-27T09:51:01.169" v="0" actId="47"/>
        <pc:sldMkLst>
          <pc:docMk/>
          <pc:sldMk cId="3014864901" sldId="280"/>
        </pc:sldMkLst>
      </pc:sldChg>
      <pc:sldChg chg="add del">
        <pc:chgData name="Åke Larsson" userId="8ae1e830-93d6-48cf-9b1c-651031339b9e" providerId="ADAL" clId="{4A876104-3102-4C8D-AE95-BA33508000B9}" dt="2026-02-27T11:34:04.199" v="117" actId="47"/>
        <pc:sldMkLst>
          <pc:docMk/>
          <pc:sldMk cId="885572991" sldId="281"/>
        </pc:sldMkLst>
      </pc:sldChg>
      <pc:sldChg chg="del">
        <pc:chgData name="Åke Larsson" userId="8ae1e830-93d6-48cf-9b1c-651031339b9e" providerId="ADAL" clId="{4A876104-3102-4C8D-AE95-BA33508000B9}" dt="2026-02-27T09:51:01.169" v="0" actId="47"/>
        <pc:sldMkLst>
          <pc:docMk/>
          <pc:sldMk cId="1996524141" sldId="281"/>
        </pc:sldMkLst>
      </pc:sldChg>
      <pc:sldChg chg="modSp add modNotes">
        <pc:chgData name="Åke Larsson" userId="8ae1e830-93d6-48cf-9b1c-651031339b9e" providerId="ADAL" clId="{4A876104-3102-4C8D-AE95-BA33508000B9}" dt="2026-03-02T07:26:12.448" v="205"/>
        <pc:sldMkLst>
          <pc:docMk/>
          <pc:sldMk cId="2521156361" sldId="281"/>
        </pc:sldMkLst>
        <pc:spChg chg="mod">
          <ac:chgData name="Åke Larsson" userId="8ae1e830-93d6-48cf-9b1c-651031339b9e" providerId="ADAL" clId="{4A876104-3102-4C8D-AE95-BA33508000B9}" dt="2026-03-02T07:26:12.448" v="205"/>
          <ac:spMkLst>
            <pc:docMk/>
            <pc:sldMk cId="2521156361" sldId="281"/>
            <ac:spMk id="4" creationId="{B92F7D87-117D-24CD-A1FB-A81ED6304BF3}"/>
          </ac:spMkLst>
        </pc:spChg>
      </pc:sldChg>
      <pc:sldChg chg="modSp add modNotes">
        <pc:chgData name="Åke Larsson" userId="8ae1e830-93d6-48cf-9b1c-651031339b9e" providerId="ADAL" clId="{4A876104-3102-4C8D-AE95-BA33508000B9}" dt="2026-03-02T07:26:37.593" v="206"/>
        <pc:sldMkLst>
          <pc:docMk/>
          <pc:sldMk cId="289347438" sldId="282"/>
        </pc:sldMkLst>
        <pc:spChg chg="mod">
          <ac:chgData name="Åke Larsson" userId="8ae1e830-93d6-48cf-9b1c-651031339b9e" providerId="ADAL" clId="{4A876104-3102-4C8D-AE95-BA33508000B9}" dt="2026-03-02T07:26:37.593" v="206"/>
          <ac:spMkLst>
            <pc:docMk/>
            <pc:sldMk cId="289347438" sldId="282"/>
            <ac:spMk id="4" creationId="{1D61F8F6-1CA0-18DD-CEAB-BB5D813B7799}"/>
          </ac:spMkLst>
        </pc:spChg>
      </pc:sldChg>
      <pc:sldChg chg="del">
        <pc:chgData name="Åke Larsson" userId="8ae1e830-93d6-48cf-9b1c-651031339b9e" providerId="ADAL" clId="{4A876104-3102-4C8D-AE95-BA33508000B9}" dt="2026-02-27T09:51:01.169" v="0" actId="47"/>
        <pc:sldMkLst>
          <pc:docMk/>
          <pc:sldMk cId="946469958" sldId="282"/>
        </pc:sldMkLst>
      </pc:sldChg>
      <pc:sldChg chg="add del">
        <pc:chgData name="Åke Larsson" userId="8ae1e830-93d6-48cf-9b1c-651031339b9e" providerId="ADAL" clId="{4A876104-3102-4C8D-AE95-BA33508000B9}" dt="2026-02-27T11:34:04.199" v="117" actId="47"/>
        <pc:sldMkLst>
          <pc:docMk/>
          <pc:sldMk cId="3112127732" sldId="282"/>
        </pc:sldMkLst>
      </pc:sldChg>
      <pc:sldChg chg="add del">
        <pc:chgData name="Åke Larsson" userId="8ae1e830-93d6-48cf-9b1c-651031339b9e" providerId="ADAL" clId="{4A876104-3102-4C8D-AE95-BA33508000B9}" dt="2026-02-27T11:34:04.199" v="117" actId="47"/>
        <pc:sldMkLst>
          <pc:docMk/>
          <pc:sldMk cId="9622792" sldId="283"/>
        </pc:sldMkLst>
      </pc:sldChg>
      <pc:sldChg chg="modSp add modNotes">
        <pc:chgData name="Åke Larsson" userId="8ae1e830-93d6-48cf-9b1c-651031339b9e" providerId="ADAL" clId="{4A876104-3102-4C8D-AE95-BA33508000B9}" dt="2026-03-02T07:27:13.162" v="207"/>
        <pc:sldMkLst>
          <pc:docMk/>
          <pc:sldMk cId="990711955" sldId="283"/>
        </pc:sldMkLst>
        <pc:spChg chg="mod">
          <ac:chgData name="Åke Larsson" userId="8ae1e830-93d6-48cf-9b1c-651031339b9e" providerId="ADAL" clId="{4A876104-3102-4C8D-AE95-BA33508000B9}" dt="2026-03-02T07:27:13.162" v="207"/>
          <ac:spMkLst>
            <pc:docMk/>
            <pc:sldMk cId="990711955" sldId="283"/>
            <ac:spMk id="4" creationId="{34028EAD-2634-29E4-B085-041C0E8683C4}"/>
          </ac:spMkLst>
        </pc:spChg>
      </pc:sldChg>
      <pc:sldChg chg="del">
        <pc:chgData name="Åke Larsson" userId="8ae1e830-93d6-48cf-9b1c-651031339b9e" providerId="ADAL" clId="{4A876104-3102-4C8D-AE95-BA33508000B9}" dt="2026-02-27T09:51:01.169" v="0" actId="47"/>
        <pc:sldMkLst>
          <pc:docMk/>
          <pc:sldMk cId="4098321468" sldId="283"/>
        </pc:sldMkLst>
      </pc:sldChg>
      <pc:sldChg chg="del">
        <pc:chgData name="Åke Larsson" userId="8ae1e830-93d6-48cf-9b1c-651031339b9e" providerId="ADAL" clId="{4A876104-3102-4C8D-AE95-BA33508000B9}" dt="2026-02-27T09:51:01.169" v="0" actId="47"/>
        <pc:sldMkLst>
          <pc:docMk/>
          <pc:sldMk cId="2308072733" sldId="284"/>
        </pc:sldMkLst>
      </pc:sldChg>
      <pc:sldChg chg="add">
        <pc:chgData name="Åke Larsson" userId="8ae1e830-93d6-48cf-9b1c-651031339b9e" providerId="ADAL" clId="{4A876104-3102-4C8D-AE95-BA33508000B9}" dt="2026-02-27T11:34:41.422" v="138"/>
        <pc:sldMkLst>
          <pc:docMk/>
          <pc:sldMk cId="2423818304" sldId="284"/>
        </pc:sldMkLst>
      </pc:sldChg>
      <pc:sldChg chg="add del">
        <pc:chgData name="Åke Larsson" userId="8ae1e830-93d6-48cf-9b1c-651031339b9e" providerId="ADAL" clId="{4A876104-3102-4C8D-AE95-BA33508000B9}" dt="2026-02-27T11:34:04.199" v="117" actId="47"/>
        <pc:sldMkLst>
          <pc:docMk/>
          <pc:sldMk cId="2455179625" sldId="284"/>
        </pc:sldMkLst>
      </pc:sldChg>
      <pc:sldChg chg="del">
        <pc:chgData name="Åke Larsson" userId="8ae1e830-93d6-48cf-9b1c-651031339b9e" providerId="ADAL" clId="{4A876104-3102-4C8D-AE95-BA33508000B9}" dt="2026-02-27T09:51:01.169" v="0" actId="47"/>
        <pc:sldMkLst>
          <pc:docMk/>
          <pc:sldMk cId="2757649702" sldId="285"/>
        </pc:sldMkLst>
      </pc:sldChg>
      <pc:sldChg chg="add">
        <pc:chgData name="Åke Larsson" userId="8ae1e830-93d6-48cf-9b1c-651031339b9e" providerId="ADAL" clId="{4A876104-3102-4C8D-AE95-BA33508000B9}" dt="2026-02-27T11:34:41.628" v="139"/>
        <pc:sldMkLst>
          <pc:docMk/>
          <pc:sldMk cId="3133913182" sldId="285"/>
        </pc:sldMkLst>
      </pc:sldChg>
      <pc:sldChg chg="add del">
        <pc:chgData name="Åke Larsson" userId="8ae1e830-93d6-48cf-9b1c-651031339b9e" providerId="ADAL" clId="{4A876104-3102-4C8D-AE95-BA33508000B9}" dt="2026-02-27T11:34:04.199" v="117" actId="47"/>
        <pc:sldMkLst>
          <pc:docMk/>
          <pc:sldMk cId="3268975725" sldId="285"/>
        </pc:sldMkLst>
      </pc:sldChg>
      <pc:sldChg chg="add del">
        <pc:chgData name="Åke Larsson" userId="8ae1e830-93d6-48cf-9b1c-651031339b9e" providerId="ADAL" clId="{4A876104-3102-4C8D-AE95-BA33508000B9}" dt="2026-02-27T11:34:04.199" v="117" actId="47"/>
        <pc:sldMkLst>
          <pc:docMk/>
          <pc:sldMk cId="139334113" sldId="286"/>
        </pc:sldMkLst>
      </pc:sldChg>
      <pc:sldChg chg="del">
        <pc:chgData name="Åke Larsson" userId="8ae1e830-93d6-48cf-9b1c-651031339b9e" providerId="ADAL" clId="{4A876104-3102-4C8D-AE95-BA33508000B9}" dt="2026-02-27T09:51:01.169" v="0" actId="47"/>
        <pc:sldMkLst>
          <pc:docMk/>
          <pc:sldMk cId="1620764200" sldId="286"/>
        </pc:sldMkLst>
      </pc:sldChg>
      <pc:sldChg chg="add">
        <pc:chgData name="Åke Larsson" userId="8ae1e830-93d6-48cf-9b1c-651031339b9e" providerId="ADAL" clId="{4A876104-3102-4C8D-AE95-BA33508000B9}" dt="2026-02-27T11:34:41.822" v="140"/>
        <pc:sldMkLst>
          <pc:docMk/>
          <pc:sldMk cId="2000259225" sldId="286"/>
        </pc:sldMkLst>
      </pc:sldChg>
      <pc:sldChg chg="del">
        <pc:chgData name="Åke Larsson" userId="8ae1e830-93d6-48cf-9b1c-651031339b9e" providerId="ADAL" clId="{4A876104-3102-4C8D-AE95-BA33508000B9}" dt="2026-02-27T09:51:01.169" v="0" actId="47"/>
        <pc:sldMkLst>
          <pc:docMk/>
          <pc:sldMk cId="351109394" sldId="287"/>
        </pc:sldMkLst>
      </pc:sldChg>
      <pc:sldChg chg="add">
        <pc:chgData name="Åke Larsson" userId="8ae1e830-93d6-48cf-9b1c-651031339b9e" providerId="ADAL" clId="{4A876104-3102-4C8D-AE95-BA33508000B9}" dt="2026-02-27T11:34:42.021" v="141"/>
        <pc:sldMkLst>
          <pc:docMk/>
          <pc:sldMk cId="3144174657" sldId="287"/>
        </pc:sldMkLst>
      </pc:sldChg>
      <pc:sldChg chg="del">
        <pc:chgData name="Åke Larsson" userId="8ae1e830-93d6-48cf-9b1c-651031339b9e" providerId="ADAL" clId="{4A876104-3102-4C8D-AE95-BA33508000B9}" dt="2026-02-27T09:51:01.169" v="0" actId="47"/>
        <pc:sldMkLst>
          <pc:docMk/>
          <pc:sldMk cId="2166225981" sldId="288"/>
        </pc:sldMkLst>
      </pc:sldChg>
      <pc:sldChg chg="add">
        <pc:chgData name="Åke Larsson" userId="8ae1e830-93d6-48cf-9b1c-651031339b9e" providerId="ADAL" clId="{4A876104-3102-4C8D-AE95-BA33508000B9}" dt="2026-02-27T11:34:42.261" v="142"/>
        <pc:sldMkLst>
          <pc:docMk/>
          <pc:sldMk cId="4146294693" sldId="288"/>
        </pc:sldMkLst>
      </pc:sldChg>
      <pc:sldChg chg="del">
        <pc:chgData name="Åke Larsson" userId="8ae1e830-93d6-48cf-9b1c-651031339b9e" providerId="ADAL" clId="{4A876104-3102-4C8D-AE95-BA33508000B9}" dt="2026-02-27T09:51:01.169" v="0" actId="47"/>
        <pc:sldMkLst>
          <pc:docMk/>
          <pc:sldMk cId="2976029016" sldId="289"/>
        </pc:sldMkLst>
      </pc:sldChg>
      <pc:sldChg chg="del">
        <pc:chgData name="Åke Larsson" userId="8ae1e830-93d6-48cf-9b1c-651031339b9e" providerId="ADAL" clId="{4A876104-3102-4C8D-AE95-BA33508000B9}" dt="2026-02-27T09:51:01.169" v="0" actId="47"/>
        <pc:sldMkLst>
          <pc:docMk/>
          <pc:sldMk cId="3732919461" sldId="291"/>
        </pc:sldMkLst>
      </pc:sldChg>
      <pc:sldChg chg="del">
        <pc:chgData name="Åke Larsson" userId="8ae1e830-93d6-48cf-9b1c-651031339b9e" providerId="ADAL" clId="{4A876104-3102-4C8D-AE95-BA33508000B9}" dt="2026-02-27T09:51:01.169" v="0" actId="47"/>
        <pc:sldMkLst>
          <pc:docMk/>
          <pc:sldMk cId="2042268578" sldId="293"/>
        </pc:sldMkLst>
      </pc:sldChg>
      <pc:sldChg chg="del">
        <pc:chgData name="Åke Larsson" userId="8ae1e830-93d6-48cf-9b1c-651031339b9e" providerId="ADAL" clId="{4A876104-3102-4C8D-AE95-BA33508000B9}" dt="2026-02-27T09:51:01.169" v="0" actId="47"/>
        <pc:sldMkLst>
          <pc:docMk/>
          <pc:sldMk cId="3429202744" sldId="294"/>
        </pc:sldMkLst>
      </pc:sldChg>
      <pc:sldChg chg="del">
        <pc:chgData name="Åke Larsson" userId="8ae1e830-93d6-48cf-9b1c-651031339b9e" providerId="ADAL" clId="{4A876104-3102-4C8D-AE95-BA33508000B9}" dt="2026-02-27T09:51:01.169" v="0" actId="47"/>
        <pc:sldMkLst>
          <pc:docMk/>
          <pc:sldMk cId="3604088744" sldId="295"/>
        </pc:sldMkLst>
      </pc:sldChg>
      <pc:sldChg chg="del">
        <pc:chgData name="Åke Larsson" userId="8ae1e830-93d6-48cf-9b1c-651031339b9e" providerId="ADAL" clId="{4A876104-3102-4C8D-AE95-BA33508000B9}" dt="2026-02-27T09:51:01.169" v="0" actId="47"/>
        <pc:sldMkLst>
          <pc:docMk/>
          <pc:sldMk cId="2081717481" sldId="296"/>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FFB8D0E-4053-431A-B8E3-715C63B8D349}"/>
              </a:ext>
            </a:extLst>
          </p:cNvPr>
          <p:cNvSpPr>
            <a:spLocks noGrp="1"/>
          </p:cNvSpPr>
          <p:nvPr>
            <p:ph type="hdr" sz="quarter"/>
          </p:nvPr>
        </p:nvSpPr>
        <p:spPr>
          <a:xfrm>
            <a:off x="0" y="0"/>
            <a:ext cx="2612571" cy="458788"/>
          </a:xfrm>
          <a:prstGeom prst="rect">
            <a:avLst/>
          </a:prstGeom>
        </p:spPr>
        <p:txBody>
          <a:bodyPr vert="horz" lIns="91440" tIns="45720" rIns="91440" bIns="45720" rtlCol="0"/>
          <a:lstStyle>
            <a:lvl1pPr algn="l">
              <a:defRPr sz="1200"/>
            </a:lvl1pPr>
          </a:lstStyle>
          <a:p>
            <a:endParaRPr lang="en-GB" sz="1000" dirty="0"/>
          </a:p>
        </p:txBody>
      </p:sp>
      <p:sp>
        <p:nvSpPr>
          <p:cNvPr id="3" name="Date Placeholder 2">
            <a:extLst>
              <a:ext uri="{FF2B5EF4-FFF2-40B4-BE49-F238E27FC236}">
                <a16:creationId xmlns:a16="http://schemas.microsoft.com/office/drawing/2014/main" id="{4E3A7CD0-D27C-48B0-8027-9C8876D5C8FF}"/>
              </a:ext>
            </a:extLst>
          </p:cNvPr>
          <p:cNvSpPr>
            <a:spLocks noGrp="1"/>
          </p:cNvSpPr>
          <p:nvPr>
            <p:ph type="dt" sz="quarter" idx="1"/>
          </p:nvPr>
        </p:nvSpPr>
        <p:spPr>
          <a:xfrm>
            <a:off x="4125685" y="0"/>
            <a:ext cx="2730727" cy="458788"/>
          </a:xfrm>
          <a:prstGeom prst="rect">
            <a:avLst/>
          </a:prstGeom>
        </p:spPr>
        <p:txBody>
          <a:bodyPr vert="horz" lIns="91440" tIns="45720" rIns="91440" bIns="45720" rtlCol="0"/>
          <a:lstStyle>
            <a:lvl1pPr algn="r">
              <a:defRPr sz="1200"/>
            </a:lvl1pPr>
          </a:lstStyle>
          <a:p>
            <a:fld id="{1E9BBD7F-E87C-4D5B-84DA-2F37CC44F185}" type="datetimeFigureOut">
              <a:rPr lang="en-GB" sz="1000" smtClean="0"/>
              <a:t>23/03/2026</a:t>
            </a:fld>
            <a:endParaRPr lang="en-GB" sz="1000" dirty="0"/>
          </a:p>
        </p:txBody>
      </p:sp>
      <p:sp>
        <p:nvSpPr>
          <p:cNvPr id="4" name="Footer Placeholder 3">
            <a:extLst>
              <a:ext uri="{FF2B5EF4-FFF2-40B4-BE49-F238E27FC236}">
                <a16:creationId xmlns:a16="http://schemas.microsoft.com/office/drawing/2014/main" id="{DCFCF483-1D2B-4799-84AB-AE11BBAA3E46}"/>
              </a:ext>
            </a:extLst>
          </p:cNvPr>
          <p:cNvSpPr>
            <a:spLocks noGrp="1"/>
          </p:cNvSpPr>
          <p:nvPr>
            <p:ph type="ftr" sz="quarter" idx="2"/>
          </p:nvPr>
        </p:nvSpPr>
        <p:spPr>
          <a:xfrm>
            <a:off x="0" y="8685213"/>
            <a:ext cx="2612571" cy="458787"/>
          </a:xfrm>
          <a:prstGeom prst="rect">
            <a:avLst/>
          </a:prstGeom>
        </p:spPr>
        <p:txBody>
          <a:bodyPr vert="horz" lIns="91440" tIns="45720" rIns="91440" bIns="45720" rtlCol="0" anchor="b"/>
          <a:lstStyle>
            <a:lvl1pPr algn="l">
              <a:defRPr sz="1200"/>
            </a:lvl1pPr>
          </a:lstStyle>
          <a:p>
            <a:endParaRPr lang="en-GB" sz="1000" dirty="0"/>
          </a:p>
        </p:txBody>
      </p:sp>
      <p:sp>
        <p:nvSpPr>
          <p:cNvPr id="5" name="Slide Number Placeholder 4">
            <a:extLst>
              <a:ext uri="{FF2B5EF4-FFF2-40B4-BE49-F238E27FC236}">
                <a16:creationId xmlns:a16="http://schemas.microsoft.com/office/drawing/2014/main" id="{98A4B3EF-9BBD-4B14-8B6B-B9875FFE6508}"/>
              </a:ext>
            </a:extLst>
          </p:cNvPr>
          <p:cNvSpPr>
            <a:spLocks noGrp="1"/>
          </p:cNvSpPr>
          <p:nvPr>
            <p:ph type="sldNum" sz="quarter" idx="3"/>
          </p:nvPr>
        </p:nvSpPr>
        <p:spPr>
          <a:xfrm>
            <a:off x="4125685" y="8685213"/>
            <a:ext cx="2730727" cy="458787"/>
          </a:xfrm>
          <a:prstGeom prst="rect">
            <a:avLst/>
          </a:prstGeom>
        </p:spPr>
        <p:txBody>
          <a:bodyPr vert="horz" lIns="91440" tIns="45720" rIns="91440" bIns="45720" rtlCol="0" anchor="b"/>
          <a:lstStyle>
            <a:lvl1pPr algn="r">
              <a:defRPr sz="1200"/>
            </a:lvl1pPr>
          </a:lstStyle>
          <a:p>
            <a:fld id="{EB2DDBF9-5C9B-473C-B52F-89A8EDE9AC63}" type="slidenum">
              <a:rPr lang="en-GB" sz="1000" smtClean="0"/>
              <a:t>‹#›</a:t>
            </a:fld>
            <a:endParaRPr lang="en-GB" sz="1000" dirty="0"/>
          </a:p>
        </p:txBody>
      </p:sp>
      <p:pic>
        <p:nvPicPr>
          <p:cNvPr id="6" name="Graphic 5">
            <a:extLst>
              <a:ext uri="{FF2B5EF4-FFF2-40B4-BE49-F238E27FC236}">
                <a16:creationId xmlns:a16="http://schemas.microsoft.com/office/drawing/2014/main" id="{6F43B242-8F36-4774-BE21-AD5D709CBE0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328810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748643" cy="458788"/>
          </a:xfrm>
          <a:prstGeom prst="rect">
            <a:avLst/>
          </a:prstGeom>
        </p:spPr>
        <p:txBody>
          <a:bodyPr vert="horz" lIns="91440" tIns="45720" rIns="91440" bIns="45720" rtlCol="0"/>
          <a:lstStyle>
            <a:lvl1pPr algn="l">
              <a:defRPr sz="1000"/>
            </a:lvl1pPr>
          </a:lstStyle>
          <a:p>
            <a:endParaRPr lang="en-GB" dirty="0"/>
          </a:p>
        </p:txBody>
      </p:sp>
      <p:sp>
        <p:nvSpPr>
          <p:cNvPr id="3" name="Date Placeholder 2"/>
          <p:cNvSpPr>
            <a:spLocks noGrp="1"/>
          </p:cNvSpPr>
          <p:nvPr>
            <p:ph type="dt" idx="1"/>
          </p:nvPr>
        </p:nvSpPr>
        <p:spPr>
          <a:xfrm>
            <a:off x="4147457" y="0"/>
            <a:ext cx="2708956" cy="458788"/>
          </a:xfrm>
          <a:prstGeom prst="rect">
            <a:avLst/>
          </a:prstGeom>
        </p:spPr>
        <p:txBody>
          <a:bodyPr vert="horz" lIns="91440" tIns="45720" rIns="91440" bIns="45720" rtlCol="0"/>
          <a:lstStyle>
            <a:lvl1pPr algn="r">
              <a:defRPr sz="1000"/>
            </a:lvl1pPr>
          </a:lstStyle>
          <a:p>
            <a:fld id="{1A266A4F-91A0-4919-BC8C-42B666F37B80}" type="datetimeFigureOut">
              <a:rPr lang="en-GB" smtClean="0"/>
              <a:pPr/>
              <a:t>23/03/2026</a:t>
            </a:fld>
            <a:endParaRPr lang="en-GB" dirty="0"/>
          </a:p>
        </p:txBody>
      </p:sp>
      <p:sp>
        <p:nvSpPr>
          <p:cNvPr id="4" name="Slide Image Placeholder 3"/>
          <p:cNvSpPr>
            <a:spLocks noGrp="1" noRot="1" noChangeAspect="1"/>
          </p:cNvSpPr>
          <p:nvPr>
            <p:ph type="sldImg" idx="2"/>
          </p:nvPr>
        </p:nvSpPr>
        <p:spPr>
          <a:xfrm>
            <a:off x="685800" y="1143000"/>
            <a:ext cx="4158343" cy="2339068"/>
          </a:xfrm>
          <a:prstGeom prst="rect">
            <a:avLst/>
          </a:prstGeom>
          <a:noFill/>
          <a:ln w="12700">
            <a:solidFill>
              <a:schemeClr val="bg2"/>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3652157"/>
            <a:ext cx="5486400" cy="4550229"/>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endParaRPr lang="en-GB" dirty="0"/>
          </a:p>
        </p:txBody>
      </p:sp>
      <p:sp>
        <p:nvSpPr>
          <p:cNvPr id="6" name="Footer Placeholder 5"/>
          <p:cNvSpPr>
            <a:spLocks noGrp="1"/>
          </p:cNvSpPr>
          <p:nvPr>
            <p:ph type="ftr" sz="quarter" idx="4"/>
          </p:nvPr>
        </p:nvSpPr>
        <p:spPr>
          <a:xfrm>
            <a:off x="0" y="8685213"/>
            <a:ext cx="2748643" cy="458787"/>
          </a:xfrm>
          <a:prstGeom prst="rect">
            <a:avLst/>
          </a:prstGeom>
        </p:spPr>
        <p:txBody>
          <a:bodyPr vert="horz" lIns="91440" tIns="45720" rIns="91440" bIns="45720" rtlCol="0" anchor="b"/>
          <a:lstStyle>
            <a:lvl1pPr algn="l">
              <a:defRPr sz="1000"/>
            </a:lvl1pPr>
          </a:lstStyle>
          <a:p>
            <a:endParaRPr lang="en-GB" dirty="0"/>
          </a:p>
        </p:txBody>
      </p:sp>
      <p:sp>
        <p:nvSpPr>
          <p:cNvPr id="7" name="Slide Number Placeholder 6"/>
          <p:cNvSpPr>
            <a:spLocks noGrp="1"/>
          </p:cNvSpPr>
          <p:nvPr>
            <p:ph type="sldNum" sz="quarter" idx="5"/>
          </p:nvPr>
        </p:nvSpPr>
        <p:spPr>
          <a:xfrm>
            <a:off x="4147457" y="8685213"/>
            <a:ext cx="2708956" cy="458787"/>
          </a:xfrm>
          <a:prstGeom prst="rect">
            <a:avLst/>
          </a:prstGeom>
        </p:spPr>
        <p:txBody>
          <a:bodyPr vert="horz" lIns="91440" tIns="45720" rIns="91440" bIns="45720" rtlCol="0" anchor="b"/>
          <a:lstStyle>
            <a:lvl1pPr algn="r">
              <a:defRPr sz="1000"/>
            </a:lvl1pPr>
          </a:lstStyle>
          <a:p>
            <a:fld id="{51CF3995-A0E4-472D-BBAC-D95090DBD551}" type="slidenum">
              <a:rPr lang="en-GB" smtClean="0"/>
              <a:pPr/>
              <a:t>‹#›</a:t>
            </a:fld>
            <a:endParaRPr lang="en-GB" dirty="0"/>
          </a:p>
        </p:txBody>
      </p:sp>
      <p:pic>
        <p:nvPicPr>
          <p:cNvPr id="8" name="Graphic 7">
            <a:extLst>
              <a:ext uri="{FF2B5EF4-FFF2-40B4-BE49-F238E27FC236}">
                <a16:creationId xmlns:a16="http://schemas.microsoft.com/office/drawing/2014/main" id="{31B9EE4C-9F6C-4A27-B96F-37CC6C181F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937996" y="8841864"/>
            <a:ext cx="982007" cy="145483"/>
          </a:xfrm>
          <a:prstGeom prst="rect">
            <a:avLst/>
          </a:prstGeom>
        </p:spPr>
      </p:pic>
    </p:spTree>
    <p:extLst>
      <p:ext uri="{BB962C8B-B14F-4D97-AF65-F5344CB8AC3E}">
        <p14:creationId xmlns:p14="http://schemas.microsoft.com/office/powerpoint/2010/main" val="216363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1</a:t>
            </a:fld>
            <a:endParaRPr lang="en-GB" dirty="0"/>
          </a:p>
        </p:txBody>
      </p:sp>
    </p:spTree>
    <p:extLst>
      <p:ext uri="{BB962C8B-B14F-4D97-AF65-F5344CB8AC3E}">
        <p14:creationId xmlns:p14="http://schemas.microsoft.com/office/powerpoint/2010/main" val="1250794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14</a:t>
            </a:fld>
            <a:endParaRPr lang="en-GB" dirty="0"/>
          </a:p>
        </p:txBody>
      </p:sp>
    </p:spTree>
    <p:extLst>
      <p:ext uri="{BB962C8B-B14F-4D97-AF65-F5344CB8AC3E}">
        <p14:creationId xmlns:p14="http://schemas.microsoft.com/office/powerpoint/2010/main" val="1330560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15</a:t>
            </a:fld>
            <a:endParaRPr lang="en-GB" dirty="0"/>
          </a:p>
        </p:txBody>
      </p:sp>
    </p:spTree>
    <p:extLst>
      <p:ext uri="{BB962C8B-B14F-4D97-AF65-F5344CB8AC3E}">
        <p14:creationId xmlns:p14="http://schemas.microsoft.com/office/powerpoint/2010/main" val="3752190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4157663" cy="2338388"/>
          </a:xfrm>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5"/>
          </p:nvPr>
        </p:nvSpPr>
        <p:spPr/>
        <p:txBody>
          <a:bodyPr/>
          <a:lstStyle/>
          <a:p>
            <a:fld id="{51CF3995-A0E4-472D-BBAC-D95090DBD551}" type="slidenum">
              <a:rPr lang="en-GB" smtClean="0"/>
              <a:pPr/>
              <a:t>16</a:t>
            </a:fld>
            <a:endParaRPr lang="en-GB" dirty="0"/>
          </a:p>
        </p:txBody>
      </p:sp>
    </p:spTree>
    <p:extLst>
      <p:ext uri="{BB962C8B-B14F-4D97-AF65-F5344CB8AC3E}">
        <p14:creationId xmlns:p14="http://schemas.microsoft.com/office/powerpoint/2010/main" val="304209951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1 - Start Blue graphic">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8666C960-3936-42E1-B717-9B1D454BACAF}"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pic>
        <p:nvPicPr>
          <p:cNvPr id="9" name="Picture 8" descr="A picture containing chart&#10;&#10;Description automatically generated">
            <a:extLst>
              <a:ext uri="{FF2B5EF4-FFF2-40B4-BE49-F238E27FC236}">
                <a16:creationId xmlns:a16="http://schemas.microsoft.com/office/drawing/2014/main" id="{94CCA856-6CEE-4A59-8F1B-F51CCE2620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95039D8B-108B-488D-A0EE-320936379B64}"/>
              </a:ext>
            </a:extLst>
          </p:cNvPr>
          <p:cNvSpPr>
            <a:spLocks noGrp="1"/>
          </p:cNvSpPr>
          <p:nvPr>
            <p:ph type="ctrTitle" hasCustomPrompt="1"/>
          </p:nvPr>
        </p:nvSpPr>
        <p:spPr>
          <a:xfrm>
            <a:off x="696000" y="403200"/>
            <a:ext cx="6480000" cy="2660400"/>
          </a:xfrm>
        </p:spPr>
        <p:txBody>
          <a:bodyPr wrap="square" anchor="b">
            <a:noAutofit/>
          </a:bodyPr>
          <a:lstStyle>
            <a:lvl1pPr algn="l">
              <a:defRPr sz="4000">
                <a:solidFill>
                  <a:schemeClr val="bg1"/>
                </a:solidFill>
              </a:defRPr>
            </a:lvl1pPr>
          </a:lstStyle>
          <a:p>
            <a:r>
              <a:rPr lang="en-GB" sz="4000"/>
              <a:t>Heading on maximum three lines</a:t>
            </a: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96000" y="3571200"/>
            <a:ext cx="6480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95325" y="3934800"/>
            <a:ext cx="6480175"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Tree>
    <p:extLst>
      <p:ext uri="{BB962C8B-B14F-4D97-AF65-F5344CB8AC3E}">
        <p14:creationId xmlns:p14="http://schemas.microsoft.com/office/powerpoint/2010/main" val="330887606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2 Start - Blue bg with picture">
    <p:bg>
      <p:bgPr>
        <a:solidFill>
          <a:schemeClr val="tx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E4BC60C8-230B-4FA5-A25E-6F82944C7BC4}"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2" name="Rectangle 11">
            <a:extLst>
              <a:ext uri="{FF2B5EF4-FFF2-40B4-BE49-F238E27FC236}">
                <a16:creationId xmlns:a16="http://schemas.microsoft.com/office/drawing/2014/main" id="{D52F0A5F-8E9E-4EEE-8D9A-AC96E5B41395}"/>
              </a:ext>
            </a:extLst>
          </p:cNvPr>
          <p:cNvSpPr>
            <a:spLocks/>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pic>
        <p:nvPicPr>
          <p:cNvPr id="7" name="Graphic 6">
            <a:extLst>
              <a:ext uri="{FF2B5EF4-FFF2-40B4-BE49-F238E27FC236}">
                <a16:creationId xmlns:a16="http://schemas.microsoft.com/office/drawing/2014/main" id="{9F16BB6D-5681-456C-BC11-9AC5ACA8165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bg1"/>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Heading on maximum three lines</a:t>
            </a:r>
          </a:p>
        </p:txBody>
      </p:sp>
      <p:sp>
        <p:nvSpPr>
          <p:cNvPr id="16" name="Picture Placeholder 15">
            <a:extLst>
              <a:ext uri="{FF2B5EF4-FFF2-40B4-BE49-F238E27FC236}">
                <a16:creationId xmlns:a16="http://schemas.microsoft.com/office/drawing/2014/main" id="{A37682AD-C06A-470B-8A6E-10E5CE94D41B}"/>
              </a:ext>
            </a:extLst>
          </p:cNvPr>
          <p:cNvSpPr>
            <a:spLocks noGrp="1"/>
          </p:cNvSpPr>
          <p:nvPr>
            <p:ph type="pic" sz="quarter" idx="15"/>
          </p:nvPr>
        </p:nvSpPr>
        <p:spPr>
          <a:xfrm>
            <a:off x="0" y="0"/>
            <a:ext cx="5871765" cy="6858000"/>
          </a:xfrm>
          <a:custGeom>
            <a:avLst/>
            <a:gdLst>
              <a:gd name="connsiteX0" fmla="*/ 0 w 5871765"/>
              <a:gd name="connsiteY0" fmla="*/ 0 h 6858000"/>
              <a:gd name="connsiteX1" fmla="*/ 5871765 w 5871765"/>
              <a:gd name="connsiteY1" fmla="*/ 0 h 6858000"/>
              <a:gd name="connsiteX2" fmla="*/ 5871765 w 5871765"/>
              <a:gd name="connsiteY2" fmla="*/ 689205 h 6858000"/>
              <a:gd name="connsiteX3" fmla="*/ 5871765 w 5871765"/>
              <a:gd name="connsiteY3" fmla="*/ 696685 h 6858000"/>
              <a:gd name="connsiteX4" fmla="*/ 5868433 w 5871765"/>
              <a:gd name="connsiteY4" fmla="*/ 2034640 h 6858000"/>
              <a:gd name="connsiteX5" fmla="*/ 5863022 w 5871765"/>
              <a:gd name="connsiteY5" fmla="*/ 2695096 h 6858000"/>
              <a:gd name="connsiteX6" fmla="*/ 3558513 w 5871765"/>
              <a:gd name="connsiteY6" fmla="*/ 6784859 h 6858000"/>
              <a:gd name="connsiteX7" fmla="*/ 3431188 w 5871765"/>
              <a:gd name="connsiteY7" fmla="*/ 6858000 h 6858000"/>
              <a:gd name="connsiteX8" fmla="*/ 0 w 5871765"/>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71765" h="6858000">
                <a:moveTo>
                  <a:pt x="0" y="0"/>
                </a:moveTo>
                <a:lnTo>
                  <a:pt x="5871765" y="0"/>
                </a:lnTo>
                <a:lnTo>
                  <a:pt x="5871765" y="689205"/>
                </a:lnTo>
                <a:cubicBezTo>
                  <a:pt x="5871765" y="691697"/>
                  <a:pt x="5871765" y="694188"/>
                  <a:pt x="5871765" y="696685"/>
                </a:cubicBezTo>
                <a:lnTo>
                  <a:pt x="5868433" y="2034640"/>
                </a:lnTo>
                <a:lnTo>
                  <a:pt x="5863022" y="2695096"/>
                </a:lnTo>
                <a:cubicBezTo>
                  <a:pt x="5863022" y="4428521"/>
                  <a:pt x="4939986" y="5946249"/>
                  <a:pt x="3558513" y="6784859"/>
                </a:cubicBezTo>
                <a:lnTo>
                  <a:pt x="3431188" y="6858000"/>
                </a:lnTo>
                <a:lnTo>
                  <a:pt x="0" y="6858000"/>
                </a:lnTo>
                <a:close/>
              </a:path>
            </a:pathLst>
          </a:custGeom>
          <a:solidFill>
            <a:schemeClr val="accent2"/>
          </a:solid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Tree>
    <p:extLst>
      <p:ext uri="{BB962C8B-B14F-4D97-AF65-F5344CB8AC3E}">
        <p14:creationId xmlns:p14="http://schemas.microsoft.com/office/powerpoint/2010/main" val="120154951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3 Start - White bg with picture">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8401C8C-A456-4261-8F93-853B0BD72734}"/>
              </a:ext>
            </a:extLst>
          </p:cNvPr>
          <p:cNvSpPr>
            <a:spLocks noGrp="1"/>
          </p:cNvSpPr>
          <p:nvPr>
            <p:ph type="dt" sz="half" idx="10"/>
          </p:nvPr>
        </p:nvSpPr>
        <p:spPr/>
        <p:txBody>
          <a:bodyPr/>
          <a:lstStyle>
            <a:lvl1pPr>
              <a:defRPr>
                <a:solidFill>
                  <a:schemeClr val="tx1">
                    <a:alpha val="0"/>
                  </a:schemeClr>
                </a:solidFill>
              </a:defRPr>
            </a:lvl1pPr>
          </a:lstStyle>
          <a:p>
            <a:fld id="{15A338BB-21BC-4C89-9008-94B94F845937}" type="datetime3">
              <a:rPr lang="en-GB" smtClean="0"/>
              <a:t>23 March, 2026</a:t>
            </a:fld>
            <a:endParaRPr lang="en-GB" dirty="0"/>
          </a:p>
        </p:txBody>
      </p:sp>
      <p:sp>
        <p:nvSpPr>
          <p:cNvPr id="5" name="Footer Placeholder 4">
            <a:extLst>
              <a:ext uri="{FF2B5EF4-FFF2-40B4-BE49-F238E27FC236}">
                <a16:creationId xmlns:a16="http://schemas.microsoft.com/office/drawing/2014/main" id="{56B4AC11-F6C7-41FD-8DB6-8205E287EB98}"/>
              </a:ext>
            </a:extLst>
          </p:cNvPr>
          <p:cNvSpPr>
            <a:spLocks noGrp="1"/>
          </p:cNvSpPr>
          <p:nvPr>
            <p:ph type="ftr" sz="quarter" idx="11"/>
          </p:nvPr>
        </p:nvSpPr>
        <p:spPr/>
        <p:txBody>
          <a:bodyPr/>
          <a:lstStyle>
            <a:lvl1pPr>
              <a:defRPr>
                <a:solidFill>
                  <a:schemeClr val="tx1">
                    <a:alpha val="0"/>
                  </a:schemeClr>
                </a:solidFill>
              </a:defRPr>
            </a:lvl1pPr>
          </a:lstStyle>
          <a:p>
            <a:r>
              <a:rPr lang="en-GB"/>
              <a:t>Presentation name</a:t>
            </a:r>
            <a:endParaRPr lang="en-GB" dirty="0"/>
          </a:p>
        </p:txBody>
      </p:sp>
      <p:sp>
        <p:nvSpPr>
          <p:cNvPr id="6" name="Slide Number Placeholder 5">
            <a:extLst>
              <a:ext uri="{FF2B5EF4-FFF2-40B4-BE49-F238E27FC236}">
                <a16:creationId xmlns:a16="http://schemas.microsoft.com/office/drawing/2014/main" id="{04C4F16F-87BC-44C0-9939-A638785C353B}"/>
              </a:ext>
            </a:extLst>
          </p:cNvPr>
          <p:cNvSpPr>
            <a:spLocks noGrp="1"/>
          </p:cNvSpPr>
          <p:nvPr>
            <p:ph type="sldNum" sz="quarter" idx="12"/>
          </p:nvPr>
        </p:nvSpPr>
        <p:spPr/>
        <p:txBody>
          <a:bodyPr/>
          <a:lstStyle>
            <a:lvl1pPr>
              <a:defRPr>
                <a:solidFill>
                  <a:schemeClr val="tx1">
                    <a:alpha val="0"/>
                  </a:schemeClr>
                </a:solidFill>
              </a:defRPr>
            </a:lvl1pPr>
          </a:lstStyle>
          <a:p>
            <a:fld id="{C2FE92B8-3297-49BF-866E-FDAA607BBC0B}" type="slidenum">
              <a:rPr lang="en-GB" smtClean="0"/>
              <a:pPr/>
              <a:t>‹#›</a:t>
            </a:fld>
            <a:endParaRPr lang="en-GB" dirty="0"/>
          </a:p>
        </p:txBody>
      </p:sp>
      <p:sp>
        <p:nvSpPr>
          <p:cNvPr id="14" name="Rectangle 13">
            <a:extLst>
              <a:ext uri="{FF2B5EF4-FFF2-40B4-BE49-F238E27FC236}">
                <a16:creationId xmlns:a16="http://schemas.microsoft.com/office/drawing/2014/main" id="{8D727EF7-D044-4C87-8FDE-8D738300984B}"/>
              </a:ext>
            </a:extLst>
          </p:cNvPr>
          <p:cNvSpPr>
            <a:spLocks/>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Subtitle 2">
            <a:extLst>
              <a:ext uri="{FF2B5EF4-FFF2-40B4-BE49-F238E27FC236}">
                <a16:creationId xmlns:a16="http://schemas.microsoft.com/office/drawing/2014/main" id="{4F858067-B0BC-4C02-B878-122959920EFD}"/>
              </a:ext>
            </a:extLst>
          </p:cNvPr>
          <p:cNvSpPr>
            <a:spLocks noGrp="1"/>
          </p:cNvSpPr>
          <p:nvPr>
            <p:ph type="subTitle" idx="1" hasCustomPrompt="1"/>
          </p:nvPr>
        </p:nvSpPr>
        <p:spPr>
          <a:xfrm>
            <a:off x="6602400" y="3575136"/>
            <a:ext cx="4896000" cy="360000"/>
          </a:xfrm>
        </p:spPr>
        <p:txBody>
          <a:bodyPr wrap="square" anchor="b" anchorCtr="0">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Sub-heading</a:t>
            </a:r>
          </a:p>
        </p:txBody>
      </p:sp>
      <p:sp>
        <p:nvSpPr>
          <p:cNvPr id="10" name="Text Placeholder 9">
            <a:extLst>
              <a:ext uri="{FF2B5EF4-FFF2-40B4-BE49-F238E27FC236}">
                <a16:creationId xmlns:a16="http://schemas.microsoft.com/office/drawing/2014/main" id="{5014ACE7-49BA-4376-B144-36FF3D3CCFBD}"/>
              </a:ext>
            </a:extLst>
          </p:cNvPr>
          <p:cNvSpPr>
            <a:spLocks noGrp="1"/>
          </p:cNvSpPr>
          <p:nvPr>
            <p:ph type="body" sz="quarter" idx="13" hasCustomPrompt="1"/>
          </p:nvPr>
        </p:nvSpPr>
        <p:spPr>
          <a:xfrm>
            <a:off x="6602400" y="3934800"/>
            <a:ext cx="4896000" cy="230400"/>
          </a:xfrm>
        </p:spPr>
        <p:txBody>
          <a:bodyPr anchor="ctr" anchorCtr="0">
            <a:normAutofit/>
          </a:bodyPr>
          <a:lstStyle>
            <a:lvl1pPr marL="0" indent="0">
              <a:buFontTx/>
              <a:buNone/>
              <a:defRPr sz="1200">
                <a:solidFill>
                  <a:schemeClr val="tx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Name and date</a:t>
            </a:r>
            <a:endParaRPr lang="en-GB" dirty="0"/>
          </a:p>
        </p:txBody>
      </p:sp>
      <p:sp>
        <p:nvSpPr>
          <p:cNvPr id="11" name="Text Placeholder 10">
            <a:extLst>
              <a:ext uri="{FF2B5EF4-FFF2-40B4-BE49-F238E27FC236}">
                <a16:creationId xmlns:a16="http://schemas.microsoft.com/office/drawing/2014/main" id="{4B6ECD5C-20DB-4B4B-BE32-A3A946DB847B}"/>
              </a:ext>
            </a:extLst>
          </p:cNvPr>
          <p:cNvSpPr>
            <a:spLocks noGrp="1"/>
          </p:cNvSpPr>
          <p:nvPr>
            <p:ph type="body" sz="quarter" idx="14" hasCustomPrompt="1"/>
          </p:nvPr>
        </p:nvSpPr>
        <p:spPr>
          <a:xfrm>
            <a:off x="6602400" y="403200"/>
            <a:ext cx="4896000" cy="2660400"/>
          </a:xfrm>
        </p:spPr>
        <p:txBody>
          <a:bodyPr anchor="b" anchorCtr="0"/>
          <a:lstStyle>
            <a:lvl1pPr marL="0" indent="0">
              <a:lnSpc>
                <a:spcPct val="90000"/>
              </a:lnSpc>
              <a:spcBef>
                <a:spcPts val="0"/>
              </a:spcBef>
              <a:buFontTx/>
              <a:buNone/>
              <a:defRPr sz="3200" b="1">
                <a:solidFill>
                  <a:schemeClr val="tx2"/>
                </a:solidFill>
                <a:latin typeface="+mj-lt"/>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Heading on maximum three lines</a:t>
            </a:r>
            <a:endParaRPr lang="en-GB" dirty="0"/>
          </a:p>
        </p:txBody>
      </p:sp>
      <p:pic>
        <p:nvPicPr>
          <p:cNvPr id="13" name="Graphic 12">
            <a:extLst>
              <a:ext uri="{FF2B5EF4-FFF2-40B4-BE49-F238E27FC236}">
                <a16:creationId xmlns:a16="http://schemas.microsoft.com/office/drawing/2014/main" id="{E27CA6F6-5421-4C17-A69F-75CE7EDA66E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9260400" y="5943600"/>
            <a:ext cx="2235600" cy="331200"/>
          </a:xfrm>
          <a:prstGeom prst="rect">
            <a:avLst/>
          </a:prstGeom>
        </p:spPr>
      </p:pic>
      <p:sp>
        <p:nvSpPr>
          <p:cNvPr id="15" name="Picture Placeholder 14">
            <a:extLst>
              <a:ext uri="{FF2B5EF4-FFF2-40B4-BE49-F238E27FC236}">
                <a16:creationId xmlns:a16="http://schemas.microsoft.com/office/drawing/2014/main" id="{5B5E551C-01A5-43C5-B77B-6CCA9F2C3540}"/>
              </a:ext>
            </a:extLst>
          </p:cNvPr>
          <p:cNvSpPr>
            <a:spLocks noGrp="1"/>
          </p:cNvSpPr>
          <p:nvPr>
            <p:ph type="pic" sz="quarter" idx="15"/>
          </p:nvPr>
        </p:nvSpPr>
        <p:spPr>
          <a:xfrm>
            <a:off x="0" y="0"/>
            <a:ext cx="8405813" cy="6858000"/>
          </a:xfrm>
          <a:custGeom>
            <a:avLst/>
            <a:gdLst>
              <a:gd name="connsiteX0" fmla="*/ 0 w 8405813"/>
              <a:gd name="connsiteY0" fmla="*/ 0 h 6858000"/>
              <a:gd name="connsiteX1" fmla="*/ 6760502 w 8405813"/>
              <a:gd name="connsiteY1" fmla="*/ 0 h 6858000"/>
              <a:gd name="connsiteX2" fmla="*/ 6760502 w 8405813"/>
              <a:gd name="connsiteY2" fmla="*/ 1 h 6858000"/>
              <a:gd name="connsiteX3" fmla="*/ 6759457 w 8405813"/>
              <a:gd name="connsiteY3" fmla="*/ 1 h 6858000"/>
              <a:gd name="connsiteX4" fmla="*/ 6742996 w 8405813"/>
              <a:gd name="connsiteY4" fmla="*/ 20330 h 6858000"/>
              <a:gd name="connsiteX5" fmla="*/ 6427502 w 8405813"/>
              <a:gd name="connsiteY5" fmla="*/ 495961 h 6858000"/>
              <a:gd name="connsiteX6" fmla="*/ 8077080 w 8405813"/>
              <a:gd name="connsiteY6" fmla="*/ 6653438 h 6858000"/>
              <a:gd name="connsiteX7" fmla="*/ 8405813 w 8405813"/>
              <a:gd name="connsiteY7" fmla="*/ 6847023 h 6858000"/>
              <a:gd name="connsiteX8" fmla="*/ 8405813 w 8405813"/>
              <a:gd name="connsiteY8" fmla="*/ 6858000 h 6858000"/>
              <a:gd name="connsiteX9" fmla="*/ 0 w 8405813"/>
              <a:gd name="connsiteY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405813" h="6858000">
                <a:moveTo>
                  <a:pt x="0" y="0"/>
                </a:moveTo>
                <a:lnTo>
                  <a:pt x="6760502" y="0"/>
                </a:lnTo>
                <a:lnTo>
                  <a:pt x="6760502" y="1"/>
                </a:lnTo>
                <a:lnTo>
                  <a:pt x="6759457" y="1"/>
                </a:lnTo>
                <a:lnTo>
                  <a:pt x="6742996" y="20330"/>
                </a:lnTo>
                <a:cubicBezTo>
                  <a:pt x="6628234" y="171582"/>
                  <a:pt x="6522803" y="330397"/>
                  <a:pt x="6427502" y="495961"/>
                </a:cubicBezTo>
                <a:cubicBezTo>
                  <a:pt x="5184060" y="2651811"/>
                  <a:pt x="5922987" y="5408696"/>
                  <a:pt x="8077080" y="6653438"/>
                </a:cubicBezTo>
                <a:lnTo>
                  <a:pt x="8405813" y="6847023"/>
                </a:lnTo>
                <a:lnTo>
                  <a:pt x="8405813" y="6858000"/>
                </a:lnTo>
                <a:lnTo>
                  <a:pt x="0" y="6858000"/>
                </a:lnTo>
                <a:close/>
              </a:path>
            </a:pathLst>
          </a:custGeom>
          <a:blipFill>
            <a:blip r:embed="rId4"/>
            <a:stretch>
              <a:fillRect/>
            </a:stretch>
          </a:blipFill>
        </p:spPr>
        <p:txBody>
          <a:bodyPr wrap="square" tIns="468000" anchor="ctr" anchorCtr="0">
            <a:noAutofit/>
          </a:bodyPr>
          <a:lstStyle>
            <a:lvl1pPr marL="0" indent="0" algn="ctr">
              <a:buFontTx/>
              <a:buNone/>
              <a:defRPr sz="12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40850918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1 - Section divider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solidFill>
                  <a:schemeClr val="bg1"/>
                </a:solidFill>
              </a:defRPr>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ED79BB06-335C-4FF0-918A-758D1BC8D60B}"/>
              </a:ext>
            </a:extLst>
          </p:cNvPr>
          <p:cNvSpPr>
            <a:spLocks noGrp="1"/>
          </p:cNvSpPr>
          <p:nvPr>
            <p:ph type="dt" sz="half" idx="10"/>
          </p:nvPr>
        </p:nvSpPr>
        <p:spPr/>
        <p:txBody>
          <a:bodyPr/>
          <a:lstStyle/>
          <a:p>
            <a:fld id="{66979D71-B388-47F5-9B71-F71530ED1A63}" type="datetime3">
              <a:rPr lang="en-GB" smtClean="0"/>
              <a:t>23 March, 2026</a:t>
            </a:fld>
            <a:endParaRPr lang="en-GB" dirty="0"/>
          </a:p>
        </p:txBody>
      </p:sp>
      <p:sp>
        <p:nvSpPr>
          <p:cNvPr id="12" name="Footer Placeholder 11">
            <a:extLst>
              <a:ext uri="{FF2B5EF4-FFF2-40B4-BE49-F238E27FC236}">
                <a16:creationId xmlns:a16="http://schemas.microsoft.com/office/drawing/2014/main" id="{F40096BF-3574-4E20-865B-D2C7F696CDCD}"/>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8E1CE177-B3B7-4AB3-859D-58DDF835291E}"/>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5850000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2.2 - Section divider snow">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61658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9EBF3031-97AC-4552-A986-A0C37D622BF6}"/>
              </a:ext>
            </a:extLst>
          </p:cNvPr>
          <p:cNvSpPr>
            <a:spLocks noGrp="1"/>
          </p:cNvSpPr>
          <p:nvPr>
            <p:ph type="title" hasCustomPrompt="1"/>
          </p:nvPr>
        </p:nvSpPr>
        <p:spPr>
          <a:xfrm>
            <a:off x="695325" y="403200"/>
            <a:ext cx="10800000" cy="2664000"/>
          </a:xfrm>
        </p:spPr>
        <p:txBody>
          <a:bodyPr wrap="square" anchor="b"/>
          <a:lstStyle>
            <a:lvl1pPr>
              <a:defRPr sz="4800"/>
            </a:lvl1pPr>
          </a:lstStyle>
          <a:p>
            <a:r>
              <a:rPr lang="en-GB" dirty="0"/>
              <a:t>Heading</a:t>
            </a:r>
          </a:p>
        </p:txBody>
      </p:sp>
      <p:sp>
        <p:nvSpPr>
          <p:cNvPr id="3" name="Text Placeholder 2">
            <a:extLst>
              <a:ext uri="{FF2B5EF4-FFF2-40B4-BE49-F238E27FC236}">
                <a16:creationId xmlns:a16="http://schemas.microsoft.com/office/drawing/2014/main" id="{1C17AF8A-09AB-4AB2-A690-C99DEBFC55BE}"/>
              </a:ext>
            </a:extLst>
          </p:cNvPr>
          <p:cNvSpPr>
            <a:spLocks noGrp="1"/>
          </p:cNvSpPr>
          <p:nvPr>
            <p:ph type="body" idx="1" hasCustomPrompt="1"/>
          </p:nvPr>
        </p:nvSpPr>
        <p:spPr>
          <a:xfrm>
            <a:off x="695325" y="3073228"/>
            <a:ext cx="10800000" cy="720000"/>
          </a:xfrm>
        </p:spPr>
        <p:txBody>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Sub-heading</a:t>
            </a:r>
          </a:p>
        </p:txBody>
      </p:sp>
      <p:sp>
        <p:nvSpPr>
          <p:cNvPr id="11" name="Date Placeholder 10">
            <a:extLst>
              <a:ext uri="{FF2B5EF4-FFF2-40B4-BE49-F238E27FC236}">
                <a16:creationId xmlns:a16="http://schemas.microsoft.com/office/drawing/2014/main" id="{0B2996DB-E4A4-4CB9-B160-9629BA0EF912}"/>
              </a:ext>
            </a:extLst>
          </p:cNvPr>
          <p:cNvSpPr>
            <a:spLocks noGrp="1"/>
          </p:cNvSpPr>
          <p:nvPr>
            <p:ph type="dt" sz="half" idx="10"/>
          </p:nvPr>
        </p:nvSpPr>
        <p:spPr/>
        <p:txBody>
          <a:bodyPr/>
          <a:lstStyle/>
          <a:p>
            <a:fld id="{3647E28B-CAC7-4D42-AD3F-196245E581C0}" type="datetime3">
              <a:rPr lang="en-GB" smtClean="0"/>
              <a:t>23 March, 2026</a:t>
            </a:fld>
            <a:endParaRPr lang="en-GB" dirty="0"/>
          </a:p>
        </p:txBody>
      </p:sp>
      <p:sp>
        <p:nvSpPr>
          <p:cNvPr id="12" name="Footer Placeholder 11">
            <a:extLst>
              <a:ext uri="{FF2B5EF4-FFF2-40B4-BE49-F238E27FC236}">
                <a16:creationId xmlns:a16="http://schemas.microsoft.com/office/drawing/2014/main" id="{EC104C7A-7BFB-4F67-A87B-3890C2C52E15}"/>
              </a:ext>
            </a:extLst>
          </p:cNvPr>
          <p:cNvSpPr>
            <a:spLocks noGrp="1"/>
          </p:cNvSpPr>
          <p:nvPr>
            <p:ph type="ftr" sz="quarter" idx="11"/>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E519083B-7078-4F24-A0F5-A4DD283FF4C9}"/>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1293883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1 Content - Heading and bullet text on white 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A9D44F6-0B03-47DC-850F-E97E645294FF}"/>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wrap="square"/>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D5493CB7-2F2C-40E8-8B62-32945EFDDF3F}"/>
              </a:ext>
            </a:extLst>
          </p:cNvPr>
          <p:cNvSpPr>
            <a:spLocks noGrp="1"/>
          </p:cNvSpPr>
          <p:nvPr>
            <p:ph type="dt" sz="half" idx="15"/>
          </p:nvPr>
        </p:nvSpPr>
        <p:spPr/>
        <p:txBody>
          <a:bodyPr/>
          <a:lstStyle/>
          <a:p>
            <a:fld id="{0DC9F904-60C8-4872-861F-23C9F1840CFE}" type="datetime3">
              <a:rPr lang="en-GB" smtClean="0"/>
              <a:t>23 March, 2026</a:t>
            </a:fld>
            <a:endParaRPr lang="en-GB" dirty="0"/>
          </a:p>
        </p:txBody>
      </p:sp>
      <p:sp>
        <p:nvSpPr>
          <p:cNvPr id="3" name="Footer Placeholder 2">
            <a:extLst>
              <a:ext uri="{FF2B5EF4-FFF2-40B4-BE49-F238E27FC236}">
                <a16:creationId xmlns:a16="http://schemas.microsoft.com/office/drawing/2014/main" id="{3DF615FA-1CD1-46CD-BD15-A7665D17E5A1}"/>
              </a:ext>
            </a:extLst>
          </p:cNvPr>
          <p:cNvSpPr>
            <a:spLocks noGrp="1"/>
          </p:cNvSpPr>
          <p:nvPr>
            <p:ph type="ftr" sz="quarter" idx="16"/>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4DBAFC1B-31A1-4E01-B1F4-F66707A01BBD}"/>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65387927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2 Content - Heding and bullet text on snow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42DCBB10-8E83-439E-B266-8FC019526EB9}"/>
              </a:ext>
            </a:extLst>
          </p:cNvPr>
          <p:cNvSpPr>
            <a:spLocks noGrp="1"/>
          </p:cNvSpPr>
          <p:nvPr>
            <p:ph type="dt" sz="half" idx="15"/>
          </p:nvPr>
        </p:nvSpPr>
        <p:spPr/>
        <p:txBody>
          <a:bodyPr/>
          <a:lstStyle/>
          <a:p>
            <a:fld id="{8EA04FDE-33C1-472D-9617-FC1A0830BDAD}" type="datetime3">
              <a:rPr lang="en-GB" smtClean="0"/>
              <a:t>23 March, 2026</a:t>
            </a:fld>
            <a:endParaRPr lang="en-GB" dirty="0"/>
          </a:p>
        </p:txBody>
      </p:sp>
      <p:sp>
        <p:nvSpPr>
          <p:cNvPr id="8" name="Footer Placeholder 7">
            <a:extLst>
              <a:ext uri="{FF2B5EF4-FFF2-40B4-BE49-F238E27FC236}">
                <a16:creationId xmlns:a16="http://schemas.microsoft.com/office/drawing/2014/main" id="{95AC7E7D-3352-48D4-9AD9-329C5AACD2C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6831967-45E9-4AAE-B1FD-925D1C176C29}"/>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74FBEE82-4BC3-402D-B19C-C6B4706750F2}"/>
              </a:ext>
            </a:extLst>
          </p:cNvPr>
          <p:cNvSpPr>
            <a:spLocks noGrp="1"/>
          </p:cNvSpPr>
          <p:nvPr>
            <p:ph sz="quarter" idx="18"/>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7405516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3 Content - Heading and bullet text on blue 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BA748D3-BDF4-491B-AA8F-BAF29183165D}"/>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3" name="Date Placeholder 2">
            <a:extLst>
              <a:ext uri="{FF2B5EF4-FFF2-40B4-BE49-F238E27FC236}">
                <a16:creationId xmlns:a16="http://schemas.microsoft.com/office/drawing/2014/main" id="{7E7D6E0E-499D-47FF-8ACF-0369766A8FB7}"/>
              </a:ext>
            </a:extLst>
          </p:cNvPr>
          <p:cNvSpPr>
            <a:spLocks noGrp="1"/>
          </p:cNvSpPr>
          <p:nvPr>
            <p:ph type="dt" sz="half" idx="15"/>
          </p:nvPr>
        </p:nvSpPr>
        <p:spPr/>
        <p:txBody>
          <a:bodyPr/>
          <a:lstStyle/>
          <a:p>
            <a:fld id="{38E1D3EC-A8EE-4AAB-B813-24A449240231}" type="datetime3">
              <a:rPr lang="en-GB" smtClean="0"/>
              <a:t>23 March, 2026</a:t>
            </a:fld>
            <a:endParaRPr lang="en-GB" dirty="0"/>
          </a:p>
        </p:txBody>
      </p:sp>
      <p:sp>
        <p:nvSpPr>
          <p:cNvPr id="8" name="Footer Placeholder 7">
            <a:extLst>
              <a:ext uri="{FF2B5EF4-FFF2-40B4-BE49-F238E27FC236}">
                <a16:creationId xmlns:a16="http://schemas.microsoft.com/office/drawing/2014/main" id="{22550B62-8BBC-453A-9E3B-5F6E0A9CC391}"/>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24FECB8D-711E-48DF-9790-76867C5881CC}"/>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
        <p:nvSpPr>
          <p:cNvPr id="11" name="Content Placeholder 4">
            <a:extLst>
              <a:ext uri="{FF2B5EF4-FFF2-40B4-BE49-F238E27FC236}">
                <a16:creationId xmlns:a16="http://schemas.microsoft.com/office/drawing/2014/main" id="{982DBECE-2A44-42AF-AF45-0CF8B022EEAA}"/>
              </a:ext>
            </a:extLst>
          </p:cNvPr>
          <p:cNvSpPr>
            <a:spLocks noGrp="1"/>
          </p:cNvSpPr>
          <p:nvPr>
            <p:ph sz="quarter" idx="18"/>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3611220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5 - Heading with bullet text and chart">
    <p:spTree>
      <p:nvGrpSpPr>
        <p:cNvPr id="1" name=""/>
        <p:cNvGrpSpPr/>
        <p:nvPr/>
      </p:nvGrpSpPr>
      <p:grpSpPr>
        <a:xfrm>
          <a:off x="0" y="0"/>
          <a:ext cx="0" cy="0"/>
          <a:chOff x="0" y="0"/>
          <a:chExt cx="0" cy="0"/>
        </a:xfrm>
      </p:grpSpPr>
      <p:sp>
        <p:nvSpPr>
          <p:cNvPr id="11" name="Content Placeholder 4">
            <a:extLst>
              <a:ext uri="{FF2B5EF4-FFF2-40B4-BE49-F238E27FC236}">
                <a16:creationId xmlns:a16="http://schemas.microsoft.com/office/drawing/2014/main" id="{B987CA4D-64A8-4AD7-96BC-E9C792DB9ED5}"/>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3" name="Content Placeholder 4">
            <a:extLst>
              <a:ext uri="{FF2B5EF4-FFF2-40B4-BE49-F238E27FC236}">
                <a16:creationId xmlns:a16="http://schemas.microsoft.com/office/drawing/2014/main" id="{6E1FE68A-5A81-42C5-8773-BD7A6411EA29}"/>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087E49D0-E71E-43BF-99CE-D0A50323898E}"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63182908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6 - Heading with 2 column bullet text snow 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FA1E6D8-E1F1-4280-A066-6C2F248809F0}"/>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FD6628D3-D18C-4AD1-B753-FCA1E24940D3}"/>
              </a:ext>
            </a:extLst>
          </p:cNvPr>
          <p:cNvSpPr>
            <a:spLocks noGrp="1"/>
          </p:cNvSpPr>
          <p:nvPr>
            <p:ph type="dt" sz="half" idx="16"/>
          </p:nvPr>
        </p:nvSpPr>
        <p:spPr/>
        <p:txBody>
          <a:bodyPr/>
          <a:lstStyle/>
          <a:p>
            <a:fld id="{E6656A71-A893-4C7C-996D-E97B65589A14}" type="datetime3">
              <a:rPr lang="en-GB" smtClean="0"/>
              <a:t>23 March, 2026</a:t>
            </a:fld>
            <a:endParaRPr lang="en-GB" dirty="0"/>
          </a:p>
        </p:txBody>
      </p:sp>
      <p:sp>
        <p:nvSpPr>
          <p:cNvPr id="3" name="Footer Placeholder 2">
            <a:extLst>
              <a:ext uri="{FF2B5EF4-FFF2-40B4-BE49-F238E27FC236}">
                <a16:creationId xmlns:a16="http://schemas.microsoft.com/office/drawing/2014/main" id="{E4DA7ED5-2024-413E-BB3D-9AE453DC687E}"/>
              </a:ext>
            </a:extLst>
          </p:cNvPr>
          <p:cNvSpPr>
            <a:spLocks noGrp="1"/>
          </p:cNvSpPr>
          <p:nvPr>
            <p:ph type="ftr" sz="quarter" idx="17"/>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FD19504E-B2DB-40FC-AE80-BE347A4AAC43}"/>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14" name="Content Placeholder 4">
            <a:extLst>
              <a:ext uri="{FF2B5EF4-FFF2-40B4-BE49-F238E27FC236}">
                <a16:creationId xmlns:a16="http://schemas.microsoft.com/office/drawing/2014/main" id="{84B4B4BB-8CF9-4E44-AF74-F38752FF5AC4}"/>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5" name="Content Placeholder 4">
            <a:extLst>
              <a:ext uri="{FF2B5EF4-FFF2-40B4-BE49-F238E27FC236}">
                <a16:creationId xmlns:a16="http://schemas.microsoft.com/office/drawing/2014/main" id="{F692713A-34E6-4E38-93E0-69EA6F4AB483}"/>
              </a:ext>
            </a:extLst>
          </p:cNvPr>
          <p:cNvSpPr>
            <a:spLocks noGrp="1"/>
          </p:cNvSpPr>
          <p:nvPr>
            <p:ph sz="quarter" idx="20"/>
          </p:nvPr>
        </p:nvSpPr>
        <p:spPr>
          <a:xfrm>
            <a:off x="6277349" y="1773238"/>
            <a:ext cx="5219326" cy="4248150"/>
          </a:xfrm>
        </p:spPr>
        <p:txBody>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621043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7 - Heading with 3 column bullet text/chart right on snow bg ">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7028AB1-123F-4431-A059-3DC7723359CA}"/>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8" name="Date Placeholder 7">
            <a:extLst>
              <a:ext uri="{FF2B5EF4-FFF2-40B4-BE49-F238E27FC236}">
                <a16:creationId xmlns:a16="http://schemas.microsoft.com/office/drawing/2014/main" id="{B94486C7-5C7A-4460-B959-EFD196052E20}"/>
              </a:ext>
            </a:extLst>
          </p:cNvPr>
          <p:cNvSpPr>
            <a:spLocks noGrp="1"/>
          </p:cNvSpPr>
          <p:nvPr>
            <p:ph type="dt" sz="half" idx="23"/>
          </p:nvPr>
        </p:nvSpPr>
        <p:spPr/>
        <p:txBody>
          <a:bodyPr/>
          <a:lstStyle/>
          <a:p>
            <a:fld id="{B5114490-AA22-47BB-9B6C-36312D275C07}" type="datetime3">
              <a:rPr lang="en-GB" smtClean="0"/>
              <a:t>23 March, 2026</a:t>
            </a:fld>
            <a:endParaRPr lang="en-GB" dirty="0"/>
          </a:p>
        </p:txBody>
      </p:sp>
      <p:sp>
        <p:nvSpPr>
          <p:cNvPr id="20" name="Footer Placeholder 19">
            <a:extLst>
              <a:ext uri="{FF2B5EF4-FFF2-40B4-BE49-F238E27FC236}">
                <a16:creationId xmlns:a16="http://schemas.microsoft.com/office/drawing/2014/main" id="{42019B50-5ACC-47A5-BBFB-A2132454FDB4}"/>
              </a:ext>
            </a:extLst>
          </p:cNvPr>
          <p:cNvSpPr>
            <a:spLocks noGrp="1"/>
          </p:cNvSpPr>
          <p:nvPr>
            <p:ph type="ftr" sz="quarter" idx="24"/>
          </p:nvPr>
        </p:nvSpPr>
        <p:spPr/>
        <p:txBody>
          <a:bodyPr/>
          <a:lstStyle/>
          <a:p>
            <a:r>
              <a:rPr lang="en-GB"/>
              <a:t>Presentation name</a:t>
            </a:r>
            <a:endParaRPr lang="en-GB" dirty="0"/>
          </a:p>
        </p:txBody>
      </p:sp>
      <p:sp>
        <p:nvSpPr>
          <p:cNvPr id="21" name="Slide Number Placeholder 20">
            <a:extLst>
              <a:ext uri="{FF2B5EF4-FFF2-40B4-BE49-F238E27FC236}">
                <a16:creationId xmlns:a16="http://schemas.microsoft.com/office/drawing/2014/main" id="{93853E13-6F8E-402C-9276-28E7B075A897}"/>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52617433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8 - Heading with 3 column bullet text/chart right on white bg ">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B648E-DEBF-4597-B74D-B5F5A98E05FD}"/>
              </a:ext>
            </a:extLst>
          </p:cNvPr>
          <p:cNvSpPr>
            <a:spLocks noGrp="1"/>
          </p:cNvSpPr>
          <p:nvPr>
            <p:ph sz="quarter" idx="17"/>
          </p:nvPr>
        </p:nvSpPr>
        <p:spPr>
          <a:xfrm>
            <a:off x="695325"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Content Placeholder 2">
            <a:extLst>
              <a:ext uri="{FF2B5EF4-FFF2-40B4-BE49-F238E27FC236}">
                <a16:creationId xmlns:a16="http://schemas.microsoft.com/office/drawing/2014/main" id="{D65A0954-F904-4FAA-91D3-D9740C81F375}"/>
              </a:ext>
            </a:extLst>
          </p:cNvPr>
          <p:cNvSpPr>
            <a:spLocks noGrp="1"/>
          </p:cNvSpPr>
          <p:nvPr>
            <p:ph sz="quarter" idx="18"/>
          </p:nvPr>
        </p:nvSpPr>
        <p:spPr>
          <a:xfrm>
            <a:off x="4414463"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6" name="Content Placeholder 2">
            <a:extLst>
              <a:ext uri="{FF2B5EF4-FFF2-40B4-BE49-F238E27FC236}">
                <a16:creationId xmlns:a16="http://schemas.microsoft.com/office/drawing/2014/main" id="{4276995A-3454-4F5D-AC20-1641E0135476}"/>
              </a:ext>
            </a:extLst>
          </p:cNvPr>
          <p:cNvSpPr>
            <a:spLocks noGrp="1"/>
          </p:cNvSpPr>
          <p:nvPr>
            <p:ph sz="quarter" idx="19"/>
          </p:nvPr>
        </p:nvSpPr>
        <p:spPr>
          <a:xfrm>
            <a:off x="8133600" y="2087130"/>
            <a:ext cx="3362400" cy="3924000"/>
          </a:xfrm>
        </p:spPr>
        <p:txBody>
          <a:body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492D0F73-18E1-412D-8CF6-A2E67A2F5816}"/>
              </a:ext>
            </a:extLst>
          </p:cNvPr>
          <p:cNvSpPr>
            <a:spLocks noGrp="1"/>
          </p:cNvSpPr>
          <p:nvPr>
            <p:ph type="body" sz="quarter" idx="20" hasCustomPrompt="1"/>
          </p:nvPr>
        </p:nvSpPr>
        <p:spPr>
          <a:xfrm>
            <a:off x="69532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Column header</a:t>
            </a:r>
          </a:p>
        </p:txBody>
      </p:sp>
      <p:sp>
        <p:nvSpPr>
          <p:cNvPr id="18" name="Text Placeholder 11">
            <a:extLst>
              <a:ext uri="{FF2B5EF4-FFF2-40B4-BE49-F238E27FC236}">
                <a16:creationId xmlns:a16="http://schemas.microsoft.com/office/drawing/2014/main" id="{947E1071-B10A-4069-ADDD-AEB3D9333CCD}"/>
              </a:ext>
            </a:extLst>
          </p:cNvPr>
          <p:cNvSpPr>
            <a:spLocks noGrp="1"/>
          </p:cNvSpPr>
          <p:nvPr>
            <p:ph type="body" sz="quarter" idx="21" hasCustomPrompt="1"/>
          </p:nvPr>
        </p:nvSpPr>
        <p:spPr>
          <a:xfrm>
            <a:off x="4414800"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19" name="Text Placeholder 11">
            <a:extLst>
              <a:ext uri="{FF2B5EF4-FFF2-40B4-BE49-F238E27FC236}">
                <a16:creationId xmlns:a16="http://schemas.microsoft.com/office/drawing/2014/main" id="{5C42F02D-722F-4956-9D66-70724ECD5F26}"/>
              </a:ext>
            </a:extLst>
          </p:cNvPr>
          <p:cNvSpPr>
            <a:spLocks noGrp="1"/>
          </p:cNvSpPr>
          <p:nvPr>
            <p:ph type="body" sz="quarter" idx="22" hasCustomPrompt="1"/>
          </p:nvPr>
        </p:nvSpPr>
        <p:spPr>
          <a:xfrm>
            <a:off x="8134275" y="1773238"/>
            <a:ext cx="3362400" cy="252000"/>
          </a:xfrm>
        </p:spPr>
        <p:txBody>
          <a:bodyPr wrap="square" anchor="b" anchorCtr="0"/>
          <a:lstStyle>
            <a:lvl1pPr marL="0" indent="0">
              <a:spcBef>
                <a:spcPts val="0"/>
              </a:spcBef>
              <a:buFontTx/>
              <a:buNone/>
              <a:defRPr sz="1600" b="1">
                <a:solidFill>
                  <a:schemeClr val="accent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Column header</a:t>
            </a:r>
            <a:endParaRPr lang="en-GB" dirty="0"/>
          </a:p>
        </p:txBody>
      </p:sp>
      <p:sp>
        <p:nvSpPr>
          <p:cNvPr id="2" name="Date Placeholder 1">
            <a:extLst>
              <a:ext uri="{FF2B5EF4-FFF2-40B4-BE49-F238E27FC236}">
                <a16:creationId xmlns:a16="http://schemas.microsoft.com/office/drawing/2014/main" id="{7110BF18-6A26-4450-8B30-7BD2CCF7380F}"/>
              </a:ext>
            </a:extLst>
          </p:cNvPr>
          <p:cNvSpPr>
            <a:spLocks noGrp="1"/>
          </p:cNvSpPr>
          <p:nvPr>
            <p:ph type="dt" sz="half" idx="23"/>
          </p:nvPr>
        </p:nvSpPr>
        <p:spPr/>
        <p:txBody>
          <a:bodyPr/>
          <a:lstStyle/>
          <a:p>
            <a:fld id="{C6A3F7D2-5855-46E2-B29D-E29B6B393816}" type="datetime3">
              <a:rPr lang="en-GB" smtClean="0"/>
              <a:t>23 March, 2026</a:t>
            </a:fld>
            <a:endParaRPr lang="en-GB" dirty="0"/>
          </a:p>
        </p:txBody>
      </p:sp>
      <p:sp>
        <p:nvSpPr>
          <p:cNvPr id="8" name="Footer Placeholder 7">
            <a:extLst>
              <a:ext uri="{FF2B5EF4-FFF2-40B4-BE49-F238E27FC236}">
                <a16:creationId xmlns:a16="http://schemas.microsoft.com/office/drawing/2014/main" id="{CB9D867B-8F61-4525-B1B3-26E7F769A769}"/>
              </a:ext>
            </a:extLst>
          </p:cNvPr>
          <p:cNvSpPr>
            <a:spLocks noGrp="1"/>
          </p:cNvSpPr>
          <p:nvPr>
            <p:ph type="ftr" sz="quarter" idx="24"/>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7AC0E731-2376-49A7-8DFC-E693566E45BD}"/>
              </a:ext>
            </a:extLst>
          </p:cNvPr>
          <p:cNvSpPr>
            <a:spLocks noGrp="1"/>
          </p:cNvSpPr>
          <p:nvPr>
            <p:ph type="sldNum" sz="quarter" idx="25"/>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0450997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9 - Heading with text bullet and picture">
    <p:spTree>
      <p:nvGrpSpPr>
        <p:cNvPr id="1" name=""/>
        <p:cNvGrpSpPr/>
        <p:nvPr/>
      </p:nvGrpSpPr>
      <p:grpSpPr>
        <a:xfrm>
          <a:off x="0" y="0"/>
          <a:ext cx="0" cy="0"/>
          <a:chOff x="0" y="0"/>
          <a:chExt cx="0" cy="0"/>
        </a:xfrm>
      </p:grpSpPr>
      <p:sp>
        <p:nvSpPr>
          <p:cNvPr id="9" name="Content Placeholder 4">
            <a:extLst>
              <a:ext uri="{FF2B5EF4-FFF2-40B4-BE49-F238E27FC236}">
                <a16:creationId xmlns:a16="http://schemas.microsoft.com/office/drawing/2014/main" id="{8575C6CE-48BE-4B25-88FE-FA031575BE0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274712" y="657850"/>
            <a:ext cx="5221288" cy="550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8" name="Date Placeholder 17">
            <a:extLst>
              <a:ext uri="{FF2B5EF4-FFF2-40B4-BE49-F238E27FC236}">
                <a16:creationId xmlns:a16="http://schemas.microsoft.com/office/drawing/2014/main" id="{3AA1E9B3-6B61-43EF-98AA-8402F13EC15A}"/>
              </a:ext>
            </a:extLst>
          </p:cNvPr>
          <p:cNvSpPr>
            <a:spLocks noGrp="1"/>
          </p:cNvSpPr>
          <p:nvPr>
            <p:ph type="dt" sz="half" idx="16"/>
          </p:nvPr>
        </p:nvSpPr>
        <p:spPr/>
        <p:txBody>
          <a:bodyPr/>
          <a:lstStyle/>
          <a:p>
            <a:fld id="{F5725299-D71F-4736-B59C-15F17439C6EC}" type="datetime3">
              <a:rPr lang="en-GB" smtClean="0"/>
              <a:t>23 March, 2026</a:t>
            </a:fld>
            <a:endParaRPr lang="en-GB" dirty="0"/>
          </a:p>
        </p:txBody>
      </p:sp>
      <p:sp>
        <p:nvSpPr>
          <p:cNvPr id="19" name="Footer Placeholder 18">
            <a:extLst>
              <a:ext uri="{FF2B5EF4-FFF2-40B4-BE49-F238E27FC236}">
                <a16:creationId xmlns:a16="http://schemas.microsoft.com/office/drawing/2014/main" id="{8A2DA809-52B4-4135-B440-496DFF0A5C98}"/>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73ECC796-BF38-4ED3-B48E-16AB0111F2E0}"/>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54592394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10 - Heading with 2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5220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6275387" y="1773238"/>
            <a:ext cx="5221288"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6276675" y="5208154"/>
            <a:ext cx="5220000" cy="813235"/>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39F77B87-943E-4F47-978D-D75654923F61}"/>
              </a:ext>
            </a:extLst>
          </p:cNvPr>
          <p:cNvSpPr>
            <a:spLocks noGrp="1"/>
          </p:cNvSpPr>
          <p:nvPr>
            <p:ph type="dt" sz="half" idx="18"/>
          </p:nvPr>
        </p:nvSpPr>
        <p:spPr/>
        <p:txBody>
          <a:bodyPr/>
          <a:lstStyle/>
          <a:p>
            <a:fld id="{93C8CCFF-1EA5-4620-B3D6-3A659E51CDF2}" type="datetime3">
              <a:rPr lang="en-GB" smtClean="0"/>
              <a:t>23 March, 2026</a:t>
            </a:fld>
            <a:endParaRPr lang="en-GB" dirty="0"/>
          </a:p>
        </p:txBody>
      </p:sp>
      <p:sp>
        <p:nvSpPr>
          <p:cNvPr id="3" name="Footer Placeholder 2">
            <a:extLst>
              <a:ext uri="{FF2B5EF4-FFF2-40B4-BE49-F238E27FC236}">
                <a16:creationId xmlns:a16="http://schemas.microsoft.com/office/drawing/2014/main" id="{1CA041DE-4EBF-4C54-AA08-1C2FCBCC95F9}"/>
              </a:ext>
            </a:extLst>
          </p:cNvPr>
          <p:cNvSpPr>
            <a:spLocks noGrp="1"/>
          </p:cNvSpPr>
          <p:nvPr>
            <p:ph type="ftr" sz="quarter" idx="19"/>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8EC59937-9849-40C2-A865-E434989F9FB4}"/>
              </a:ext>
            </a:extLst>
          </p:cNvPr>
          <p:cNvSpPr>
            <a:spLocks noGrp="1"/>
          </p:cNvSpPr>
          <p:nvPr>
            <p:ph type="sldNum" sz="quarter" idx="20"/>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1744241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11 - Heading with 3 pictures">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10801350" cy="676800"/>
          </a:xfrm>
        </p:spPr>
        <p:txBody>
          <a:bodyPr/>
          <a:lstStyle>
            <a:lvl1pPr>
              <a:lnSpc>
                <a:spcPct val="100000"/>
              </a:lnSpc>
              <a:defRPr/>
            </a:lvl1pPr>
          </a:lstStyle>
          <a:p>
            <a:r>
              <a:rPr lang="en-GB" dirty="0"/>
              <a:t>Heading</a:t>
            </a:r>
          </a:p>
        </p:txBody>
      </p:sp>
      <p:sp>
        <p:nvSpPr>
          <p:cNvPr id="10" name="Text Placeholder 9">
            <a:extLst>
              <a:ext uri="{FF2B5EF4-FFF2-40B4-BE49-F238E27FC236}">
                <a16:creationId xmlns:a16="http://schemas.microsoft.com/office/drawing/2014/main" id="{AA97CB80-724D-461E-827E-E2F99C111861}"/>
              </a:ext>
            </a:extLst>
          </p:cNvPr>
          <p:cNvSpPr>
            <a:spLocks noGrp="1"/>
          </p:cNvSpPr>
          <p:nvPr>
            <p:ph type="body" sz="quarter" idx="13"/>
          </p:nvPr>
        </p:nvSpPr>
        <p:spPr>
          <a:xfrm>
            <a:off x="69532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69532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9" name="Picture Placeholder 16">
            <a:extLst>
              <a:ext uri="{FF2B5EF4-FFF2-40B4-BE49-F238E27FC236}">
                <a16:creationId xmlns:a16="http://schemas.microsoft.com/office/drawing/2014/main" id="{F9710823-2A6C-48A9-80CF-AE2DE66E140D}"/>
              </a:ext>
            </a:extLst>
          </p:cNvPr>
          <p:cNvSpPr>
            <a:spLocks noGrp="1"/>
          </p:cNvSpPr>
          <p:nvPr>
            <p:ph type="pic" sz="quarter" idx="16"/>
          </p:nvPr>
        </p:nvSpPr>
        <p:spPr>
          <a:xfrm>
            <a:off x="4413000"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Text Placeholder 9">
            <a:extLst>
              <a:ext uri="{FF2B5EF4-FFF2-40B4-BE49-F238E27FC236}">
                <a16:creationId xmlns:a16="http://schemas.microsoft.com/office/drawing/2014/main" id="{EEA12167-DC54-4DEA-8199-867A2CFF905F}"/>
              </a:ext>
            </a:extLst>
          </p:cNvPr>
          <p:cNvSpPr>
            <a:spLocks noGrp="1"/>
          </p:cNvSpPr>
          <p:nvPr>
            <p:ph type="body" sz="quarter" idx="17"/>
          </p:nvPr>
        </p:nvSpPr>
        <p:spPr>
          <a:xfrm>
            <a:off x="4413001"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13" name="Picture Placeholder 16">
            <a:extLst>
              <a:ext uri="{FF2B5EF4-FFF2-40B4-BE49-F238E27FC236}">
                <a16:creationId xmlns:a16="http://schemas.microsoft.com/office/drawing/2014/main" id="{D2897832-36AE-4E0E-9085-204130CC145A}"/>
              </a:ext>
            </a:extLst>
          </p:cNvPr>
          <p:cNvSpPr>
            <a:spLocks noGrp="1"/>
          </p:cNvSpPr>
          <p:nvPr>
            <p:ph type="pic" sz="quarter" idx="18"/>
          </p:nvPr>
        </p:nvSpPr>
        <p:spPr>
          <a:xfrm>
            <a:off x="8130675" y="1773238"/>
            <a:ext cx="3366000" cy="334800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4" name="Text Placeholder 9">
            <a:extLst>
              <a:ext uri="{FF2B5EF4-FFF2-40B4-BE49-F238E27FC236}">
                <a16:creationId xmlns:a16="http://schemas.microsoft.com/office/drawing/2014/main" id="{8656A579-00D4-4A1D-96D5-2856157D5539}"/>
              </a:ext>
            </a:extLst>
          </p:cNvPr>
          <p:cNvSpPr>
            <a:spLocks noGrp="1"/>
          </p:cNvSpPr>
          <p:nvPr>
            <p:ph type="body" sz="quarter" idx="19"/>
          </p:nvPr>
        </p:nvSpPr>
        <p:spPr>
          <a:xfrm>
            <a:off x="8130675" y="5208155"/>
            <a:ext cx="3366000" cy="813234"/>
          </a:xfrm>
        </p:spPr>
        <p:txBody>
          <a:bodyPr/>
          <a:lstStyle>
            <a:lvl1pPr marL="0" indent="0">
              <a:buFontTx/>
              <a:buNone/>
              <a:defRPr sz="1400"/>
            </a:lvl1pPr>
            <a:lvl2pPr marL="153988" indent="0">
              <a:buFontTx/>
              <a:buNone/>
              <a:defRPr/>
            </a:lvl2pPr>
            <a:lvl3pPr marL="339725" indent="0">
              <a:buFontTx/>
              <a:buNone/>
              <a:defRPr/>
            </a:lvl3pPr>
          </a:lstStyle>
          <a:p>
            <a:pPr lvl="0"/>
            <a:r>
              <a:rPr lang="en-US"/>
              <a:t>Click to edit Master text styles</a:t>
            </a:r>
          </a:p>
        </p:txBody>
      </p:sp>
      <p:sp>
        <p:nvSpPr>
          <p:cNvPr id="2" name="Date Placeholder 1">
            <a:extLst>
              <a:ext uri="{FF2B5EF4-FFF2-40B4-BE49-F238E27FC236}">
                <a16:creationId xmlns:a16="http://schemas.microsoft.com/office/drawing/2014/main" id="{DC9640D7-192F-438C-8BED-F8F8989ABE3F}"/>
              </a:ext>
            </a:extLst>
          </p:cNvPr>
          <p:cNvSpPr>
            <a:spLocks noGrp="1"/>
          </p:cNvSpPr>
          <p:nvPr>
            <p:ph type="dt" sz="half" idx="20"/>
          </p:nvPr>
        </p:nvSpPr>
        <p:spPr/>
        <p:txBody>
          <a:bodyPr/>
          <a:lstStyle/>
          <a:p>
            <a:fld id="{7B4B70C9-D298-46AF-98ED-2EF10DDBA8AB}" type="datetime3">
              <a:rPr lang="en-GB" smtClean="0"/>
              <a:t>23 March, 2026</a:t>
            </a:fld>
            <a:endParaRPr lang="en-GB" dirty="0"/>
          </a:p>
        </p:txBody>
      </p:sp>
      <p:sp>
        <p:nvSpPr>
          <p:cNvPr id="3" name="Footer Placeholder 2">
            <a:extLst>
              <a:ext uri="{FF2B5EF4-FFF2-40B4-BE49-F238E27FC236}">
                <a16:creationId xmlns:a16="http://schemas.microsoft.com/office/drawing/2014/main" id="{C1965707-1782-4524-A082-BDE78BCCCD69}"/>
              </a:ext>
            </a:extLst>
          </p:cNvPr>
          <p:cNvSpPr>
            <a:spLocks noGrp="1"/>
          </p:cNvSpPr>
          <p:nvPr>
            <p:ph type="ftr" sz="quarter" idx="21"/>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735A0A7E-28CC-4E09-B598-AC2602959504}"/>
              </a:ext>
            </a:extLst>
          </p:cNvPr>
          <p:cNvSpPr>
            <a:spLocks noGrp="1"/>
          </p:cNvSpPr>
          <p:nvPr>
            <p:ph type="sldNum" sz="quarter" idx="2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71480977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12 - Heading with text bullet and picture">
    <p:spTree>
      <p:nvGrpSpPr>
        <p:cNvPr id="1" name=""/>
        <p:cNvGrpSpPr/>
        <p:nvPr/>
      </p:nvGrpSpPr>
      <p:grpSpPr>
        <a:xfrm>
          <a:off x="0" y="0"/>
          <a:ext cx="0" cy="0"/>
          <a:chOff x="0" y="0"/>
          <a:chExt cx="0" cy="0"/>
        </a:xfrm>
      </p:grpSpPr>
      <p:sp>
        <p:nvSpPr>
          <p:cNvPr id="17" name="Content Placeholder 4">
            <a:extLst>
              <a:ext uri="{FF2B5EF4-FFF2-40B4-BE49-F238E27FC236}">
                <a16:creationId xmlns:a16="http://schemas.microsoft.com/office/drawing/2014/main" id="{EBA8AC51-624D-400A-9881-7445ECC8EC27}"/>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5AC75909-1AC1-4024-8158-7AF297D3B637}"/>
              </a:ext>
            </a:extLst>
          </p:cNvPr>
          <p:cNvSpPr>
            <a:spLocks noGrp="1"/>
          </p:cNvSpPr>
          <p:nvPr>
            <p:ph type="pic" sz="quarter" idx="15"/>
          </p:nvPr>
        </p:nvSpPr>
        <p:spPr>
          <a:xfrm>
            <a:off x="6938954" y="0"/>
            <a:ext cx="5253046" cy="5774490"/>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Date Placeholder 14">
            <a:extLst>
              <a:ext uri="{FF2B5EF4-FFF2-40B4-BE49-F238E27FC236}">
                <a16:creationId xmlns:a16="http://schemas.microsoft.com/office/drawing/2014/main" id="{898CD92C-5894-4207-9621-E840C9E7F0FC}"/>
              </a:ext>
            </a:extLst>
          </p:cNvPr>
          <p:cNvSpPr>
            <a:spLocks noGrp="1"/>
          </p:cNvSpPr>
          <p:nvPr>
            <p:ph type="dt" sz="half" idx="16"/>
          </p:nvPr>
        </p:nvSpPr>
        <p:spPr/>
        <p:txBody>
          <a:bodyPr/>
          <a:lstStyle/>
          <a:p>
            <a:fld id="{B0E90497-7D2A-4D94-98EC-1AD5861C350C}" type="datetime3">
              <a:rPr lang="en-GB" smtClean="0"/>
              <a:t>23 March, 2026</a:t>
            </a:fld>
            <a:endParaRPr lang="en-GB" dirty="0"/>
          </a:p>
        </p:txBody>
      </p:sp>
      <p:sp>
        <p:nvSpPr>
          <p:cNvPr id="19" name="Footer Placeholder 18">
            <a:extLst>
              <a:ext uri="{FF2B5EF4-FFF2-40B4-BE49-F238E27FC236}">
                <a16:creationId xmlns:a16="http://schemas.microsoft.com/office/drawing/2014/main" id="{397FA148-944F-48C7-B628-022802F2AC7A}"/>
              </a:ext>
            </a:extLst>
          </p:cNvPr>
          <p:cNvSpPr>
            <a:spLocks noGrp="1"/>
          </p:cNvSpPr>
          <p:nvPr>
            <p:ph type="ftr" sz="quarter" idx="17"/>
          </p:nvPr>
        </p:nvSpPr>
        <p:spPr/>
        <p:txBody>
          <a:bodyPr/>
          <a:lstStyle/>
          <a:p>
            <a:r>
              <a:rPr lang="en-GB"/>
              <a:t>Presentation name</a:t>
            </a:r>
            <a:endParaRPr lang="en-GB" dirty="0"/>
          </a:p>
        </p:txBody>
      </p:sp>
      <p:sp>
        <p:nvSpPr>
          <p:cNvPr id="20" name="Slide Number Placeholder 19">
            <a:extLst>
              <a:ext uri="{FF2B5EF4-FFF2-40B4-BE49-F238E27FC236}">
                <a16:creationId xmlns:a16="http://schemas.microsoft.com/office/drawing/2014/main" id="{5926AE34-13D7-4677-81A9-1224285EA8E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5209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13 - Heading with text bullet and picture with snow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Content Placeholder 4">
            <a:extLst>
              <a:ext uri="{FF2B5EF4-FFF2-40B4-BE49-F238E27FC236}">
                <a16:creationId xmlns:a16="http://schemas.microsoft.com/office/drawing/2014/main" id="{6B3D6906-11C8-48EF-8D5A-179C11FEEB23}"/>
              </a:ext>
            </a:extLst>
          </p:cNvPr>
          <p:cNvSpPr>
            <a:spLocks noGrp="1"/>
          </p:cNvSpPr>
          <p:nvPr>
            <p:ph sz="quarter" idx="19"/>
          </p:nvPr>
        </p:nvSpPr>
        <p:spPr>
          <a:xfrm>
            <a:off x="696000" y="1773238"/>
            <a:ext cx="5219326" cy="4248150"/>
          </a:xfrm>
        </p:spPr>
        <p:txBody>
          <a:bodyPr/>
          <a:lstStyle/>
          <a:p>
            <a:pPr lvl="0"/>
            <a:r>
              <a:rPr lang="en-US"/>
              <a:t>Click to edit Master text styles</a:t>
            </a:r>
          </a:p>
          <a:p>
            <a:pPr lvl="1"/>
            <a:r>
              <a:rPr lang="en-US"/>
              <a:t>Second level</a:t>
            </a:r>
          </a:p>
          <a:p>
            <a:pPr lvl="2"/>
            <a:r>
              <a:rPr lang="en-US"/>
              <a:t>Third level</a:t>
            </a:r>
          </a:p>
        </p:txBody>
      </p:sp>
      <p:sp>
        <p:nvSpPr>
          <p:cNvPr id="14" name="Picture Placeholder 13">
            <a:extLst>
              <a:ext uri="{FF2B5EF4-FFF2-40B4-BE49-F238E27FC236}">
                <a16:creationId xmlns:a16="http://schemas.microsoft.com/office/drawing/2014/main" id="{1BBAD701-AB68-46F0-B316-D316FD817603}"/>
              </a:ext>
            </a:extLst>
          </p:cNvPr>
          <p:cNvSpPr>
            <a:spLocks noGrp="1"/>
          </p:cNvSpPr>
          <p:nvPr>
            <p:ph type="pic" sz="quarter" idx="15"/>
          </p:nvPr>
        </p:nvSpPr>
        <p:spPr>
          <a:xfrm>
            <a:off x="6938954" y="2"/>
            <a:ext cx="5253046" cy="5774489"/>
          </a:xfrm>
          <a:custGeom>
            <a:avLst/>
            <a:gdLst>
              <a:gd name="connsiteX0" fmla="*/ 2956765 w 5253046"/>
              <a:gd name="connsiteY0" fmla="*/ 0 h 5774489"/>
              <a:gd name="connsiteX1" fmla="*/ 5237166 w 5253046"/>
              <a:gd name="connsiteY1" fmla="*/ 0 h 5774489"/>
              <a:gd name="connsiteX2" fmla="*/ 5253046 w 5253046"/>
              <a:gd name="connsiteY2" fmla="*/ 27504 h 5774489"/>
              <a:gd name="connsiteX3" fmla="*/ 5253046 w 5253046"/>
              <a:gd name="connsiteY3" fmla="*/ 4168787 h 5774489"/>
              <a:gd name="connsiteX4" fmla="*/ 2552320 w 5253046"/>
              <a:gd name="connsiteY4" fmla="*/ 5728065 h 5774489"/>
              <a:gd name="connsiteX5" fmla="*/ 2079565 w 5253046"/>
              <a:gd name="connsiteY5" fmla="*/ 5601393 h 5774489"/>
              <a:gd name="connsiteX6" fmla="*/ 46425 w 5253046"/>
              <a:gd name="connsiteY6" fmla="*/ 2079920 h 5774489"/>
              <a:gd name="connsiteX7" fmla="*/ 173097 w 5253046"/>
              <a:gd name="connsiteY7"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53046" h="5774489">
                <a:moveTo>
                  <a:pt x="2956765" y="0"/>
                </a:moveTo>
                <a:lnTo>
                  <a:pt x="5237166" y="0"/>
                </a:lnTo>
                <a:lnTo>
                  <a:pt x="5253046" y="27504"/>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707DE5C8-9B52-4332-A89D-35E571648324}"/>
              </a:ext>
            </a:extLst>
          </p:cNvPr>
          <p:cNvSpPr>
            <a:spLocks noGrp="1"/>
          </p:cNvSpPr>
          <p:nvPr>
            <p:ph type="dt" sz="half" idx="16"/>
          </p:nvPr>
        </p:nvSpPr>
        <p:spPr/>
        <p:txBody>
          <a:bodyPr/>
          <a:lstStyle/>
          <a:p>
            <a:fld id="{3019F41C-2E22-43B7-8829-4C09CBA0C7BA}" type="datetime3">
              <a:rPr lang="en-GB" smtClean="0"/>
              <a:t>23 March, 2026</a:t>
            </a:fld>
            <a:endParaRPr lang="en-GB" dirty="0"/>
          </a:p>
        </p:txBody>
      </p:sp>
      <p:sp>
        <p:nvSpPr>
          <p:cNvPr id="15" name="Footer Placeholder 14">
            <a:extLst>
              <a:ext uri="{FF2B5EF4-FFF2-40B4-BE49-F238E27FC236}">
                <a16:creationId xmlns:a16="http://schemas.microsoft.com/office/drawing/2014/main" id="{D8968C54-7C67-47F5-B33C-42A8E40B3296}"/>
              </a:ext>
            </a:extLst>
          </p:cNvPr>
          <p:cNvSpPr>
            <a:spLocks noGrp="1"/>
          </p:cNvSpPr>
          <p:nvPr>
            <p:ph type="ftr" sz="quarter" idx="17"/>
          </p:nvPr>
        </p:nvSpPr>
        <p:spPr/>
        <p:txBody>
          <a:bodyPr/>
          <a:lstStyle/>
          <a:p>
            <a:r>
              <a:rPr lang="en-GB"/>
              <a:t>Presentation name</a:t>
            </a:r>
            <a:endParaRPr lang="en-GB" dirty="0"/>
          </a:p>
        </p:txBody>
      </p:sp>
      <p:sp>
        <p:nvSpPr>
          <p:cNvPr id="16" name="Slide Number Placeholder 15">
            <a:extLst>
              <a:ext uri="{FF2B5EF4-FFF2-40B4-BE49-F238E27FC236}">
                <a16:creationId xmlns:a16="http://schemas.microsoft.com/office/drawing/2014/main" id="{F430A758-BC26-4A81-B678-8E6CE588F82B}"/>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537332178"/>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14 - Heading with text bullet and picture with blue 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44A6B25-FC4A-4987-9474-291CA10989BF}"/>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Content Placeholder 4">
            <a:extLst>
              <a:ext uri="{FF2B5EF4-FFF2-40B4-BE49-F238E27FC236}">
                <a16:creationId xmlns:a16="http://schemas.microsoft.com/office/drawing/2014/main" id="{A4727D2C-68A2-4036-B1F5-6E338BAB3ED6}"/>
              </a:ext>
            </a:extLst>
          </p:cNvPr>
          <p:cNvSpPr>
            <a:spLocks noGrp="1"/>
          </p:cNvSpPr>
          <p:nvPr>
            <p:ph sz="quarter" idx="19"/>
          </p:nvPr>
        </p:nvSpPr>
        <p:spPr>
          <a:xfrm>
            <a:off x="696000" y="1773238"/>
            <a:ext cx="5219326"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a:xfrm>
            <a:off x="696000" y="412225"/>
            <a:ext cx="5220000" cy="676800"/>
          </a:xfrm>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522000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5" name="Picture Placeholder 14">
            <a:extLst>
              <a:ext uri="{FF2B5EF4-FFF2-40B4-BE49-F238E27FC236}">
                <a16:creationId xmlns:a16="http://schemas.microsoft.com/office/drawing/2014/main" id="{85DA3AAA-78F0-47D5-B932-B2997E8EED93}"/>
              </a:ext>
            </a:extLst>
          </p:cNvPr>
          <p:cNvSpPr>
            <a:spLocks noGrp="1"/>
          </p:cNvSpPr>
          <p:nvPr>
            <p:ph type="pic" sz="quarter" idx="15"/>
          </p:nvPr>
        </p:nvSpPr>
        <p:spPr>
          <a:xfrm>
            <a:off x="6938954" y="0"/>
            <a:ext cx="5253046" cy="5774489"/>
          </a:xfrm>
          <a:custGeom>
            <a:avLst/>
            <a:gdLst>
              <a:gd name="connsiteX0" fmla="*/ 2956765 w 5253046"/>
              <a:gd name="connsiteY0" fmla="*/ 0 h 5774489"/>
              <a:gd name="connsiteX1" fmla="*/ 3930431 w 5253046"/>
              <a:gd name="connsiteY1" fmla="*/ 0 h 5774489"/>
              <a:gd name="connsiteX2" fmla="*/ 5237166 w 5253046"/>
              <a:gd name="connsiteY2" fmla="*/ 0 h 5774489"/>
              <a:gd name="connsiteX3" fmla="*/ 5253046 w 5253046"/>
              <a:gd name="connsiteY3" fmla="*/ 0 h 5774489"/>
              <a:gd name="connsiteX4" fmla="*/ 5253046 w 5253046"/>
              <a:gd name="connsiteY4" fmla="*/ 27504 h 5774489"/>
              <a:gd name="connsiteX5" fmla="*/ 5253046 w 5253046"/>
              <a:gd name="connsiteY5" fmla="*/ 1289957 h 5774489"/>
              <a:gd name="connsiteX6" fmla="*/ 5253046 w 5253046"/>
              <a:gd name="connsiteY6" fmla="*/ 4168787 h 5774489"/>
              <a:gd name="connsiteX7" fmla="*/ 2552320 w 5253046"/>
              <a:gd name="connsiteY7" fmla="*/ 5728065 h 5774489"/>
              <a:gd name="connsiteX8" fmla="*/ 2079565 w 5253046"/>
              <a:gd name="connsiteY8" fmla="*/ 5601393 h 5774489"/>
              <a:gd name="connsiteX9" fmla="*/ 46425 w 5253046"/>
              <a:gd name="connsiteY9" fmla="*/ 2079920 h 5774489"/>
              <a:gd name="connsiteX10" fmla="*/ 173097 w 5253046"/>
              <a:gd name="connsiteY10" fmla="*/ 1607166 h 577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89">
                <a:moveTo>
                  <a:pt x="2956765" y="0"/>
                </a:moveTo>
                <a:lnTo>
                  <a:pt x="3930431" y="0"/>
                </a:lnTo>
                <a:lnTo>
                  <a:pt x="5237166" y="0"/>
                </a:lnTo>
                <a:lnTo>
                  <a:pt x="5253046" y="0"/>
                </a:lnTo>
                <a:lnTo>
                  <a:pt x="5253046" y="27504"/>
                </a:lnTo>
                <a:lnTo>
                  <a:pt x="5253046" y="1289957"/>
                </a:lnTo>
                <a:lnTo>
                  <a:pt x="5253046" y="4168787"/>
                </a:lnTo>
                <a:lnTo>
                  <a:pt x="2552320" y="5728065"/>
                </a:lnTo>
                <a:cubicBezTo>
                  <a:pt x="2386793" y="5823633"/>
                  <a:pt x="2175134" y="5766920"/>
                  <a:pt x="2079565" y="5601393"/>
                </a:cubicBezTo>
                <a:lnTo>
                  <a:pt x="46425" y="2079920"/>
                </a:lnTo>
                <a:cubicBezTo>
                  <a:pt x="-49143" y="1914393"/>
                  <a:pt x="7570" y="1702734"/>
                  <a:pt x="173097" y="1607166"/>
                </a:cubicBezTo>
                <a:close/>
              </a:path>
            </a:pathLst>
          </a:custGeom>
          <a:blipFill>
            <a:blip r:embed="rId2"/>
            <a:stretch>
              <a:fillRect/>
            </a:stretch>
          </a:blipFill>
        </p:spPr>
        <p:txBody>
          <a:bodyPr wrap="square" tIns="576000" anchor="ctr" anchorCtr="0">
            <a:noAutofit/>
          </a:bodyPr>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C738F9CE-F48B-41E0-BCF8-E8ACF7F4CC01}"/>
              </a:ext>
            </a:extLst>
          </p:cNvPr>
          <p:cNvSpPr>
            <a:spLocks noGrp="1"/>
          </p:cNvSpPr>
          <p:nvPr>
            <p:ph type="dt" sz="half" idx="16"/>
          </p:nvPr>
        </p:nvSpPr>
        <p:spPr/>
        <p:txBody>
          <a:bodyPr/>
          <a:lstStyle/>
          <a:p>
            <a:fld id="{BB71D003-BB1D-4498-A164-99F6354561C1}" type="datetime3">
              <a:rPr lang="en-GB" smtClean="0"/>
              <a:t>23 March, 2026</a:t>
            </a:fld>
            <a:endParaRPr lang="en-GB" dirty="0"/>
          </a:p>
        </p:txBody>
      </p:sp>
      <p:sp>
        <p:nvSpPr>
          <p:cNvPr id="3" name="Footer Placeholder 2">
            <a:extLst>
              <a:ext uri="{FF2B5EF4-FFF2-40B4-BE49-F238E27FC236}">
                <a16:creationId xmlns:a16="http://schemas.microsoft.com/office/drawing/2014/main" id="{00242717-EB3B-433A-8A7B-3ED125B9FD4A}"/>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6E50CACE-D412-449F-A5A3-A1FB0A6E0AC5}"/>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81300431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14 - Fullscreen picture">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5B5DA41-82D4-40C7-B4BD-CF94860CACF2}"/>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2" name="Date Placeholder 1">
            <a:extLst>
              <a:ext uri="{FF2B5EF4-FFF2-40B4-BE49-F238E27FC236}">
                <a16:creationId xmlns:a16="http://schemas.microsoft.com/office/drawing/2014/main" id="{2F810618-8154-4904-9138-C609BA8F0550}"/>
              </a:ext>
            </a:extLst>
          </p:cNvPr>
          <p:cNvSpPr>
            <a:spLocks noGrp="1"/>
          </p:cNvSpPr>
          <p:nvPr>
            <p:ph type="dt" sz="half" idx="16"/>
          </p:nvPr>
        </p:nvSpPr>
        <p:spPr/>
        <p:txBody>
          <a:bodyPr/>
          <a:lstStyle/>
          <a:p>
            <a:fld id="{D7858436-C458-48B0-8C11-3DDFE9683EBF}" type="datetime3">
              <a:rPr lang="en-GB" smtClean="0"/>
              <a:t>23 March, 2026</a:t>
            </a:fld>
            <a:endParaRPr lang="en-GB" dirty="0"/>
          </a:p>
        </p:txBody>
      </p:sp>
      <p:sp>
        <p:nvSpPr>
          <p:cNvPr id="3" name="Footer Placeholder 2">
            <a:extLst>
              <a:ext uri="{FF2B5EF4-FFF2-40B4-BE49-F238E27FC236}">
                <a16:creationId xmlns:a16="http://schemas.microsoft.com/office/drawing/2014/main" id="{26A2CD14-62A3-4DF2-97BF-7EE215FC9875}"/>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E0253135-58C2-4EB1-B89D-C6418890CBDD}"/>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87028721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15 - Heading fullscreen picture for light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9FDE74DD-7803-482B-B87C-DA73C8676CF7}"/>
              </a:ext>
            </a:extLst>
          </p:cNvPr>
          <p:cNvSpPr>
            <a:spLocks noGrp="1"/>
          </p:cNvSpPr>
          <p:nvPr>
            <p:ph type="dt" sz="half" idx="16"/>
          </p:nvPr>
        </p:nvSpPr>
        <p:spPr/>
        <p:txBody>
          <a:bodyPr/>
          <a:lstStyle/>
          <a:p>
            <a:fld id="{FF7B4946-6BA3-4712-9250-7CD487E6B99C}" type="datetime3">
              <a:rPr lang="en-GB" smtClean="0"/>
              <a:t>23 March, 2026</a:t>
            </a:fld>
            <a:endParaRPr lang="en-GB" dirty="0"/>
          </a:p>
        </p:txBody>
      </p:sp>
      <p:sp>
        <p:nvSpPr>
          <p:cNvPr id="3" name="Footer Placeholder 2">
            <a:extLst>
              <a:ext uri="{FF2B5EF4-FFF2-40B4-BE49-F238E27FC236}">
                <a16:creationId xmlns:a16="http://schemas.microsoft.com/office/drawing/2014/main" id="{63B0DE45-8C73-45FE-A00A-69B1A2FED74B}"/>
              </a:ext>
            </a:extLst>
          </p:cNvPr>
          <p:cNvSpPr>
            <a:spLocks noGrp="1"/>
          </p:cNvSpPr>
          <p:nvPr>
            <p:ph type="ftr" sz="quarter" idx="17"/>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BD3BFC02-B4DD-415E-BE80-4B9B909213AC}"/>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288364396"/>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16 - Heading fullscreen picture for dark pictures">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035FBEC4-59F5-47B8-B3F3-38CB922D0E59}"/>
              </a:ext>
            </a:extLst>
          </p:cNvPr>
          <p:cNvSpPr>
            <a:spLocks noGrp="1"/>
          </p:cNvSpPr>
          <p:nvPr>
            <p:ph type="dt" sz="half" idx="16"/>
          </p:nvPr>
        </p:nvSpPr>
        <p:spPr/>
        <p:txBody>
          <a:bodyPr/>
          <a:lstStyle/>
          <a:p>
            <a:fld id="{3DB53B8C-B311-4E96-BB7D-82E96E214BE6}" type="datetime3">
              <a:rPr lang="en-GB" smtClean="0"/>
              <a:t>23 March, 2026</a:t>
            </a:fld>
            <a:endParaRPr lang="en-GB" dirty="0"/>
          </a:p>
        </p:txBody>
      </p:sp>
      <p:sp>
        <p:nvSpPr>
          <p:cNvPr id="3" name="Footer Placeholder 2">
            <a:extLst>
              <a:ext uri="{FF2B5EF4-FFF2-40B4-BE49-F238E27FC236}">
                <a16:creationId xmlns:a16="http://schemas.microsoft.com/office/drawing/2014/main" id="{DAE245F7-3C81-43CD-8F57-094ADB4F666C}"/>
              </a:ext>
            </a:extLst>
          </p:cNvPr>
          <p:cNvSpPr>
            <a:spLocks noGrp="1"/>
          </p:cNvSpPr>
          <p:nvPr>
            <p:ph type="ftr" sz="quarter" idx="17"/>
          </p:nvPr>
        </p:nvSpPr>
        <p:spPr/>
        <p:txBody>
          <a:bodyPr/>
          <a:lstStyle/>
          <a:p>
            <a:r>
              <a:rPr lang="en-GB"/>
              <a:t>Presentation name</a:t>
            </a:r>
            <a:endParaRPr lang="en-GB" dirty="0"/>
          </a:p>
        </p:txBody>
      </p:sp>
      <p:sp>
        <p:nvSpPr>
          <p:cNvPr id="8" name="Slide Number Placeholder 7">
            <a:extLst>
              <a:ext uri="{FF2B5EF4-FFF2-40B4-BE49-F238E27FC236}">
                <a16:creationId xmlns:a16="http://schemas.microsoft.com/office/drawing/2014/main" id="{0CB09AD5-0668-4482-8312-770FE726D70E}"/>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436927790"/>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17 - Heading and bullet text on fullscreen for light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bg2"/>
          </a:solidFill>
        </p:spPr>
        <p:txBody>
          <a:bodyPr tIns="576000" anchor="ctr" anchorCtr="0"/>
          <a:lstStyle>
            <a:lvl1pPr marL="0" indent="0" algn="ctr">
              <a:buFontTx/>
              <a:buNone/>
              <a:defRPr sz="1200">
                <a:solidFill>
                  <a:schemeClr val="tx1"/>
                </a:solidFill>
              </a:defRPr>
            </a:lvl1pPr>
          </a:lstStyle>
          <a:p>
            <a:r>
              <a:rPr lang="en-US"/>
              <a:t>Click icon to add picture</a:t>
            </a:r>
          </a:p>
        </p:txBody>
      </p:sp>
      <p:sp>
        <p:nvSpPr>
          <p:cNvPr id="13" name="Content Placeholder 4">
            <a:extLst>
              <a:ext uri="{FF2B5EF4-FFF2-40B4-BE49-F238E27FC236}">
                <a16:creationId xmlns:a16="http://schemas.microsoft.com/office/drawing/2014/main" id="{80881493-077C-4AB2-96A9-4163925FDD85}"/>
              </a:ext>
            </a:extLst>
          </p:cNvPr>
          <p:cNvSpPr>
            <a:spLocks noGrp="1"/>
          </p:cNvSpPr>
          <p:nvPr>
            <p:ph sz="quarter" idx="20"/>
          </p:nvPr>
        </p:nvSpPr>
        <p:spPr>
          <a:xfrm>
            <a:off x="696000" y="1773238"/>
            <a:ext cx="8640000" cy="4248150"/>
          </a:xfrm>
        </p:spPr>
        <p:txBody>
          <a:body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8" name="Date Placeholder 7">
            <a:extLst>
              <a:ext uri="{FF2B5EF4-FFF2-40B4-BE49-F238E27FC236}">
                <a16:creationId xmlns:a16="http://schemas.microsoft.com/office/drawing/2014/main" id="{97AD2DCA-8FBB-4B80-89E6-1B1A7150DB95}"/>
              </a:ext>
            </a:extLst>
          </p:cNvPr>
          <p:cNvSpPr>
            <a:spLocks noGrp="1"/>
          </p:cNvSpPr>
          <p:nvPr>
            <p:ph type="dt" sz="half" idx="17"/>
          </p:nvPr>
        </p:nvSpPr>
        <p:spPr/>
        <p:txBody>
          <a:bodyPr/>
          <a:lstStyle/>
          <a:p>
            <a:fld id="{2F8FDEAC-71BB-49CF-93A5-EE3812DB99F4}" type="datetime3">
              <a:rPr lang="en-GB" smtClean="0"/>
              <a:t>23 March, 2026</a:t>
            </a:fld>
            <a:endParaRPr lang="en-GB" dirty="0"/>
          </a:p>
        </p:txBody>
      </p:sp>
      <p:sp>
        <p:nvSpPr>
          <p:cNvPr id="10" name="Footer Placeholder 9">
            <a:extLst>
              <a:ext uri="{FF2B5EF4-FFF2-40B4-BE49-F238E27FC236}">
                <a16:creationId xmlns:a16="http://schemas.microsoft.com/office/drawing/2014/main" id="{DB9D3BC1-184D-4441-BA96-95C93C5A7AAC}"/>
              </a:ext>
            </a:extLst>
          </p:cNvPr>
          <p:cNvSpPr>
            <a:spLocks noGrp="1"/>
          </p:cNvSpPr>
          <p:nvPr>
            <p:ph type="ftr" sz="quarter" idx="18"/>
          </p:nvPr>
        </p:nvSpPr>
        <p:spPr/>
        <p:txBody>
          <a:bodyPr/>
          <a:lstStyle/>
          <a:p>
            <a:r>
              <a:rPr lang="en-GB"/>
              <a:t>Presentation name</a:t>
            </a:r>
            <a:endParaRPr lang="en-GB" dirty="0"/>
          </a:p>
        </p:txBody>
      </p:sp>
      <p:sp>
        <p:nvSpPr>
          <p:cNvPr id="11" name="Slide Number Placeholder 10">
            <a:extLst>
              <a:ext uri="{FF2B5EF4-FFF2-40B4-BE49-F238E27FC236}">
                <a16:creationId xmlns:a16="http://schemas.microsoft.com/office/drawing/2014/main" id="{88745D12-BDC3-43C8-8E38-B51B8126EFF1}"/>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299126535"/>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18 - Heading and bullet text on fullscreen for dark picture">
    <p:spTree>
      <p:nvGrpSpPr>
        <p:cNvPr id="1" name=""/>
        <p:cNvGrpSpPr/>
        <p:nvPr/>
      </p:nvGrpSpPr>
      <p:grpSpPr>
        <a:xfrm>
          <a:off x="0" y="0"/>
          <a:ext cx="0" cy="0"/>
          <a:chOff x="0" y="0"/>
          <a:chExt cx="0" cy="0"/>
        </a:xfrm>
      </p:grpSpPr>
      <p:sp>
        <p:nvSpPr>
          <p:cNvPr id="9" name="Picture Placeholder 16">
            <a:extLst>
              <a:ext uri="{FF2B5EF4-FFF2-40B4-BE49-F238E27FC236}">
                <a16:creationId xmlns:a16="http://schemas.microsoft.com/office/drawing/2014/main" id="{AC1159C5-8F9A-4CBA-8831-FB8CC34B5934}"/>
              </a:ext>
            </a:extLst>
          </p:cNvPr>
          <p:cNvSpPr>
            <a:spLocks noGrp="1"/>
          </p:cNvSpPr>
          <p:nvPr>
            <p:ph type="pic" sz="quarter" idx="15"/>
          </p:nvPr>
        </p:nvSpPr>
        <p:spPr>
          <a:xfrm>
            <a:off x="0" y="0"/>
            <a:ext cx="12192000" cy="6165850"/>
          </a:xfrm>
          <a:solidFill>
            <a:schemeClr val="accent2"/>
          </a:solidFill>
        </p:spPr>
        <p:txBody>
          <a:bodyPr tIns="576000" anchor="ctr" anchorCtr="0"/>
          <a:lstStyle>
            <a:lvl1pPr marL="0" indent="0" algn="ctr">
              <a:buFontTx/>
              <a:buNone/>
              <a:defRPr sz="1200">
                <a:solidFill>
                  <a:schemeClr val="bg1"/>
                </a:solidFill>
              </a:defRPr>
            </a:lvl1pPr>
          </a:lstStyle>
          <a:p>
            <a:r>
              <a:rPr lang="en-US"/>
              <a:t>Click icon to add picture</a:t>
            </a:r>
          </a:p>
        </p:txBody>
      </p:sp>
      <p:sp>
        <p:nvSpPr>
          <p:cNvPr id="11" name="Content Placeholder 4">
            <a:extLst>
              <a:ext uri="{FF2B5EF4-FFF2-40B4-BE49-F238E27FC236}">
                <a16:creationId xmlns:a16="http://schemas.microsoft.com/office/drawing/2014/main" id="{E5DCE741-E45F-44C7-99F8-5687D0CC19D3}"/>
              </a:ext>
            </a:extLst>
          </p:cNvPr>
          <p:cNvSpPr>
            <a:spLocks noGrp="1"/>
          </p:cNvSpPr>
          <p:nvPr>
            <p:ph sz="quarter" idx="20"/>
          </p:nvPr>
        </p:nvSpPr>
        <p:spPr>
          <a:xfrm>
            <a:off x="696000" y="1773238"/>
            <a:ext cx="8640000" cy="4248150"/>
          </a:xfrm>
        </p:spPr>
        <p:txBody>
          <a:bodyPr/>
          <a:lstStyle>
            <a:lvl1pPr>
              <a:defRPr>
                <a:solidFill>
                  <a:schemeClr val="bg1"/>
                </a:solidFill>
              </a:defRPr>
            </a:lvl1pPr>
            <a:lvl2pPr>
              <a:defRPr>
                <a:solidFill>
                  <a:schemeClr val="bg1"/>
                </a:solidFill>
              </a:defRPr>
            </a:lvl2pPr>
            <a:lvl3pPr>
              <a:defRPr>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218FCF86-891F-4837-ACCF-63BAFEDF59F3}"/>
              </a:ext>
            </a:extLst>
          </p:cNvPr>
          <p:cNvSpPr>
            <a:spLocks noGrp="1"/>
          </p:cNvSpPr>
          <p:nvPr>
            <p:ph type="dt" sz="half" idx="17"/>
          </p:nvPr>
        </p:nvSpPr>
        <p:spPr/>
        <p:txBody>
          <a:bodyPr/>
          <a:lstStyle/>
          <a:p>
            <a:fld id="{4C9053B6-4929-4FDD-BA68-2732FE4873CA}" type="datetime3">
              <a:rPr lang="en-GB" smtClean="0"/>
              <a:t>23 March, 2026</a:t>
            </a:fld>
            <a:endParaRPr lang="en-GB" dirty="0"/>
          </a:p>
        </p:txBody>
      </p:sp>
      <p:sp>
        <p:nvSpPr>
          <p:cNvPr id="8" name="Footer Placeholder 7">
            <a:extLst>
              <a:ext uri="{FF2B5EF4-FFF2-40B4-BE49-F238E27FC236}">
                <a16:creationId xmlns:a16="http://schemas.microsoft.com/office/drawing/2014/main" id="{4A55C7A5-30C6-4608-A790-D67BAC523440}"/>
              </a:ext>
            </a:extLst>
          </p:cNvPr>
          <p:cNvSpPr>
            <a:spLocks noGrp="1"/>
          </p:cNvSpPr>
          <p:nvPr>
            <p:ph type="ftr" sz="quarter" idx="18"/>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37F5F02F-8C46-4896-BC92-49AA647A50EF}"/>
              </a:ext>
            </a:extLst>
          </p:cNvPr>
          <p:cNvSpPr>
            <a:spLocks noGrp="1"/>
          </p:cNvSpPr>
          <p:nvPr>
            <p:ph type="sldNum" sz="quarter" idx="19"/>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11921013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19 - Header only on snow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58B5A567-CECF-4E8C-9DF8-802537DB9392}"/>
              </a:ext>
            </a:extLst>
          </p:cNvPr>
          <p:cNvSpPr>
            <a:spLocks noGrp="1"/>
          </p:cNvSpPr>
          <p:nvPr>
            <p:ph type="dt" sz="half" idx="15"/>
          </p:nvPr>
        </p:nvSpPr>
        <p:spPr/>
        <p:txBody>
          <a:bodyPr/>
          <a:lstStyle/>
          <a:p>
            <a:fld id="{BF6D858C-FE28-4661-9741-B74153396B0C}" type="datetime3">
              <a:rPr lang="en-GB" smtClean="0"/>
              <a:t>23 March, 2026</a:t>
            </a:fld>
            <a:endParaRPr lang="en-GB" dirty="0"/>
          </a:p>
        </p:txBody>
      </p:sp>
      <p:sp>
        <p:nvSpPr>
          <p:cNvPr id="3" name="Footer Placeholder 2">
            <a:extLst>
              <a:ext uri="{FF2B5EF4-FFF2-40B4-BE49-F238E27FC236}">
                <a16:creationId xmlns:a16="http://schemas.microsoft.com/office/drawing/2014/main" id="{AE816BFE-40C0-4268-88B7-0420E044C7C7}"/>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D81C3C49-28EA-4AB4-BC5C-1D8A36952F02}"/>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13973080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20 - Header only on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2" name="Date Placeholder 1">
            <a:extLst>
              <a:ext uri="{FF2B5EF4-FFF2-40B4-BE49-F238E27FC236}">
                <a16:creationId xmlns:a16="http://schemas.microsoft.com/office/drawing/2014/main" id="{4F036DD7-6C24-4C48-8819-0528EB4199AC}"/>
              </a:ext>
            </a:extLst>
          </p:cNvPr>
          <p:cNvSpPr>
            <a:spLocks noGrp="1"/>
          </p:cNvSpPr>
          <p:nvPr>
            <p:ph type="dt" sz="half" idx="15"/>
          </p:nvPr>
        </p:nvSpPr>
        <p:spPr/>
        <p:txBody>
          <a:bodyPr/>
          <a:lstStyle/>
          <a:p>
            <a:fld id="{D08F46E6-1BE3-4FA3-8338-96313FADC74E}" type="datetime3">
              <a:rPr lang="en-GB" smtClean="0"/>
              <a:t>23 March, 2026</a:t>
            </a:fld>
            <a:endParaRPr lang="en-GB" dirty="0"/>
          </a:p>
        </p:txBody>
      </p:sp>
      <p:sp>
        <p:nvSpPr>
          <p:cNvPr id="3" name="Footer Placeholder 2">
            <a:extLst>
              <a:ext uri="{FF2B5EF4-FFF2-40B4-BE49-F238E27FC236}">
                <a16:creationId xmlns:a16="http://schemas.microsoft.com/office/drawing/2014/main" id="{E1DD7F54-AB07-4D01-8C64-F9B2421FB583}"/>
              </a:ext>
            </a:extLst>
          </p:cNvPr>
          <p:cNvSpPr>
            <a:spLocks noGrp="1"/>
          </p:cNvSpPr>
          <p:nvPr>
            <p:ph type="ftr" sz="quarter" idx="16"/>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278BF20-C1BE-48D3-9C5C-34133B97162E}"/>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50151947"/>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21 - Header only on blue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C84D998-A0A1-427E-9E94-DE69BA2AF685}"/>
              </a:ext>
            </a:extLst>
          </p:cNvPr>
          <p:cNvSpPr/>
          <p:nvPr userDrawn="1"/>
        </p:nvSpPr>
        <p:spPr>
          <a:xfrm>
            <a:off x="0" y="0"/>
            <a:ext cx="12192000" cy="61658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lstStyle>
            <a:lvl1pPr>
              <a:lnSpc>
                <a:spcPct val="100000"/>
              </a:lnSpc>
              <a:defRPr>
                <a:solidFill>
                  <a:schemeClr val="bg1"/>
                </a:solidFill>
              </a:defRPr>
            </a:lvl1pPr>
          </a:lstStyle>
          <a:p>
            <a:r>
              <a:rPr lang="en-GB" dirty="0"/>
              <a:t>Heading</a:t>
            </a:r>
          </a:p>
        </p:txBody>
      </p:sp>
      <p:sp>
        <p:nvSpPr>
          <p:cNvPr id="12" name="Text Placeholder 11">
            <a:extLst>
              <a:ext uri="{FF2B5EF4-FFF2-40B4-BE49-F238E27FC236}">
                <a16:creationId xmlns:a16="http://schemas.microsoft.com/office/drawing/2014/main" id="{90D26E02-77E8-4784-8AE0-A7F0D633EA2F}"/>
              </a:ext>
            </a:extLst>
          </p:cNvPr>
          <p:cNvSpPr>
            <a:spLocks noGrp="1"/>
          </p:cNvSpPr>
          <p:nvPr>
            <p:ph type="body" sz="quarter" idx="14" hasCustomPrompt="1"/>
          </p:nvPr>
        </p:nvSpPr>
        <p:spPr>
          <a:xfrm>
            <a:off x="695325" y="1091691"/>
            <a:ext cx="10801350" cy="345600"/>
          </a:xfrm>
        </p:spPr>
        <p:txBody>
          <a:bodyPr wrap="square"/>
          <a:lstStyle>
            <a:lvl1pPr marL="0" indent="0">
              <a:spcBef>
                <a:spcPts val="0"/>
              </a:spcBef>
              <a:buFontTx/>
              <a:buNone/>
              <a:defRPr sz="2000">
                <a:solidFill>
                  <a:schemeClr val="bg1"/>
                </a:solidFill>
              </a:defRPr>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dirty="0"/>
              <a:t>Sub-heading</a:t>
            </a:r>
          </a:p>
        </p:txBody>
      </p:sp>
      <p:sp>
        <p:nvSpPr>
          <p:cNvPr id="10" name="Date Placeholder 9">
            <a:extLst>
              <a:ext uri="{FF2B5EF4-FFF2-40B4-BE49-F238E27FC236}">
                <a16:creationId xmlns:a16="http://schemas.microsoft.com/office/drawing/2014/main" id="{DC92D004-45D9-4900-8B3A-20D7F802DA48}"/>
              </a:ext>
            </a:extLst>
          </p:cNvPr>
          <p:cNvSpPr>
            <a:spLocks noGrp="1"/>
          </p:cNvSpPr>
          <p:nvPr>
            <p:ph type="dt" sz="half" idx="15"/>
          </p:nvPr>
        </p:nvSpPr>
        <p:spPr/>
        <p:txBody>
          <a:bodyPr/>
          <a:lstStyle/>
          <a:p>
            <a:fld id="{1F9DED0E-F0AB-492A-8952-1203CB654487}" type="datetime3">
              <a:rPr lang="en-GB" smtClean="0"/>
              <a:t>23 March, 2026</a:t>
            </a:fld>
            <a:endParaRPr lang="en-GB" dirty="0"/>
          </a:p>
        </p:txBody>
      </p:sp>
      <p:sp>
        <p:nvSpPr>
          <p:cNvPr id="11" name="Footer Placeholder 10">
            <a:extLst>
              <a:ext uri="{FF2B5EF4-FFF2-40B4-BE49-F238E27FC236}">
                <a16:creationId xmlns:a16="http://schemas.microsoft.com/office/drawing/2014/main" id="{9C86CA62-BFDB-4F87-A424-F5D90D166B85}"/>
              </a:ext>
            </a:extLst>
          </p:cNvPr>
          <p:cNvSpPr>
            <a:spLocks noGrp="1"/>
          </p:cNvSpPr>
          <p:nvPr>
            <p:ph type="ftr" sz="quarter" idx="16"/>
          </p:nvPr>
        </p:nvSpPr>
        <p:spPr/>
        <p:txBody>
          <a:bodyPr/>
          <a:lstStyle/>
          <a:p>
            <a:r>
              <a:rPr lang="en-GB"/>
              <a:t>Presentation name</a:t>
            </a:r>
            <a:endParaRPr lang="en-GB" dirty="0"/>
          </a:p>
        </p:txBody>
      </p:sp>
      <p:sp>
        <p:nvSpPr>
          <p:cNvPr id="13" name="Slide Number Placeholder 12">
            <a:extLst>
              <a:ext uri="{FF2B5EF4-FFF2-40B4-BE49-F238E27FC236}">
                <a16:creationId xmlns:a16="http://schemas.microsoft.com/office/drawing/2014/main" id="{2A9C68DB-004F-43DA-AAFC-81794FB395D1}"/>
              </a:ext>
            </a:extLst>
          </p:cNvPr>
          <p:cNvSpPr>
            <a:spLocks noGrp="1"/>
          </p:cNvSpPr>
          <p:nvPr>
            <p:ph type="sldNum" sz="quarter" idx="17"/>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34531014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3.22 - Empty">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C717F548-098C-4A84-BAE0-B9AE7935B9DB}"/>
              </a:ext>
            </a:extLst>
          </p:cNvPr>
          <p:cNvSpPr>
            <a:spLocks noGrp="1"/>
          </p:cNvSpPr>
          <p:nvPr>
            <p:ph type="dt" sz="half" idx="10"/>
          </p:nvPr>
        </p:nvSpPr>
        <p:spPr/>
        <p:txBody>
          <a:bodyPr/>
          <a:lstStyle/>
          <a:p>
            <a:fld id="{BBC98688-8316-4E08-99A7-4CF117E95DD2}" type="datetime3">
              <a:rPr lang="en-GB" smtClean="0"/>
              <a:t>23 March, 2026</a:t>
            </a:fld>
            <a:endParaRPr lang="en-GB" dirty="0"/>
          </a:p>
        </p:txBody>
      </p:sp>
      <p:sp>
        <p:nvSpPr>
          <p:cNvPr id="9" name="Footer Placeholder 8">
            <a:extLst>
              <a:ext uri="{FF2B5EF4-FFF2-40B4-BE49-F238E27FC236}">
                <a16:creationId xmlns:a16="http://schemas.microsoft.com/office/drawing/2014/main" id="{16A88127-32A8-4077-923D-55055EFBBF0E}"/>
              </a:ext>
            </a:extLst>
          </p:cNvPr>
          <p:cNvSpPr>
            <a:spLocks noGrp="1"/>
          </p:cNvSpPr>
          <p:nvPr>
            <p:ph type="ftr" sz="quarter" idx="11"/>
          </p:nvPr>
        </p:nvSpPr>
        <p:spPr/>
        <p:txBody>
          <a:bodyPr/>
          <a:lstStyle/>
          <a:p>
            <a:r>
              <a:rPr lang="en-GB"/>
              <a:t>Presentation name</a:t>
            </a:r>
            <a:endParaRPr lang="en-GB" dirty="0"/>
          </a:p>
        </p:txBody>
      </p:sp>
      <p:sp>
        <p:nvSpPr>
          <p:cNvPr id="10" name="Slide Number Placeholder 9">
            <a:extLst>
              <a:ext uri="{FF2B5EF4-FFF2-40B4-BE49-F238E27FC236}">
                <a16:creationId xmlns:a16="http://schemas.microsoft.com/office/drawing/2014/main" id="{B70096FE-52E7-40F9-B9B2-A6ED5492C3FF}"/>
              </a:ext>
            </a:extLst>
          </p:cNvPr>
          <p:cNvSpPr>
            <a:spLocks noGrp="1"/>
          </p:cNvSpPr>
          <p:nvPr>
            <p:ph type="sldNum" sz="quarter" idx="12"/>
          </p:nvPr>
        </p:nvSpPr>
        <p:spPr/>
        <p:txBody>
          <a:bodyPr/>
          <a:lstStyle/>
          <a:p>
            <a:r>
              <a:rPr lang="en-GB"/>
              <a:t>Page </a:t>
            </a:r>
            <a:fld id="{C2FE92B8-3297-49BF-866E-FDAA607BBC0B}" type="slidenum">
              <a:rPr lang="en-GB" smtClean="0"/>
              <a:pPr/>
              <a:t>‹#›</a:t>
            </a:fld>
            <a:endParaRPr lang="en-GB" dirty="0"/>
          </a:p>
        </p:txBody>
      </p:sp>
    </p:spTree>
    <p:extLst>
      <p:ext uri="{BB962C8B-B14F-4D97-AF65-F5344CB8AC3E}">
        <p14:creationId xmlns:p14="http://schemas.microsoft.com/office/powerpoint/2010/main" val="47068313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22 – Disclaimer">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1A2CA5C7-790A-4B5E-A7CB-5AC08A6DCD86}"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19" name="Rectangle 18">
            <a:extLst>
              <a:ext uri="{FF2B5EF4-FFF2-40B4-BE49-F238E27FC236}">
                <a16:creationId xmlns:a16="http://schemas.microsoft.com/office/drawing/2014/main" id="{A46DF209-4A08-4759-0FEE-12F6A6C0CE63}"/>
              </a:ext>
            </a:extLst>
          </p:cNvPr>
          <p:cNvSpPr/>
          <p:nvPr userDrawn="1"/>
        </p:nvSpPr>
        <p:spPr>
          <a:xfrm>
            <a:off x="454250" y="5763670"/>
            <a:ext cx="8972919" cy="1026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600"/>
              </a:spcBef>
            </a:pPr>
            <a:endParaRPr lang="en-GB" sz="1600" dirty="0"/>
          </a:p>
        </p:txBody>
      </p:sp>
      <p:sp>
        <p:nvSpPr>
          <p:cNvPr id="7" name="Rectangle 6">
            <a:extLst>
              <a:ext uri="{FF2B5EF4-FFF2-40B4-BE49-F238E27FC236}">
                <a16:creationId xmlns:a16="http://schemas.microsoft.com/office/drawing/2014/main" id="{1B261975-D780-4513-BFCF-152B38AAB5B1}"/>
              </a:ext>
            </a:extLst>
          </p:cNvPr>
          <p:cNvSpPr/>
          <p:nvPr userDrawn="1"/>
        </p:nvSpPr>
        <p:spPr>
          <a:xfrm>
            <a:off x="0" y="0"/>
            <a:ext cx="12192000" cy="4932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 Placeholder 10">
            <a:extLst>
              <a:ext uri="{FF2B5EF4-FFF2-40B4-BE49-F238E27FC236}">
                <a16:creationId xmlns:a16="http://schemas.microsoft.com/office/drawing/2014/main" id="{0701FCCB-E585-4202-BA47-9F2063D11576}"/>
              </a:ext>
            </a:extLst>
          </p:cNvPr>
          <p:cNvSpPr>
            <a:spLocks noGrp="1"/>
          </p:cNvSpPr>
          <p:nvPr>
            <p:ph type="body" sz="quarter" idx="17" hasCustomPrompt="1"/>
          </p:nvPr>
        </p:nvSpPr>
        <p:spPr>
          <a:xfrm>
            <a:off x="695325" y="1587731"/>
            <a:ext cx="8640675" cy="3073321"/>
          </a:xfrm>
        </p:spPr>
        <p:txBody>
          <a:bodyPr anchor="b" anchorCtr="0"/>
          <a:lstStyle>
            <a:lvl1pPr marL="0" indent="0">
              <a:buFontTx/>
              <a:buNone/>
              <a:defRPr sz="900"/>
            </a:lvl1pPr>
            <a:lvl2pPr marL="153988" indent="0">
              <a:buFontTx/>
              <a:buNone/>
              <a:defRPr/>
            </a:lvl2pPr>
            <a:lvl3pPr marL="339725" indent="0">
              <a:buFontTx/>
              <a:buNone/>
              <a:defRPr/>
            </a:lvl3pPr>
            <a:lvl4pPr marL="339725" indent="0">
              <a:buFontTx/>
              <a:buNone/>
              <a:defRPr/>
            </a:lvl4pPr>
            <a:lvl5pPr marL="339725" indent="0">
              <a:buFontTx/>
              <a:buNone/>
              <a:defRPr/>
            </a:lvl5pPr>
          </a:lstStyle>
          <a:p>
            <a:pPr lvl="0"/>
            <a:r>
              <a:rPr lang="en-GB"/>
              <a:t>Placeholder for disclaimer text and/or Document ID. NOTE: Copyright and trademark information are already included below and do not need to be added again.</a:t>
            </a:r>
            <a:endParaRPr lang="en-GB" dirty="0"/>
          </a:p>
        </p:txBody>
      </p:sp>
      <p:sp>
        <p:nvSpPr>
          <p:cNvPr id="3" name="TextBox 7">
            <a:extLst>
              <a:ext uri="{FF2B5EF4-FFF2-40B4-BE49-F238E27FC236}">
                <a16:creationId xmlns:a16="http://schemas.microsoft.com/office/drawing/2014/main" id="{CBB298DC-3796-92A0-871A-1B22DBA13290}"/>
              </a:ext>
            </a:extLst>
          </p:cNvPr>
          <p:cNvSpPr txBox="1"/>
          <p:nvPr userDrawn="1"/>
        </p:nvSpPr>
        <p:spPr bwMode="gray">
          <a:xfrm>
            <a:off x="712204" y="6416589"/>
            <a:ext cx="6591598" cy="144000"/>
          </a:xfrm>
          <a:prstGeom prst="rect">
            <a:avLst/>
          </a:prstGeom>
        </p:spPr>
        <p:txBody>
          <a:bodyPr vert="horz" lIns="0" tIns="0" rIns="0" bIns="0" rtlCol="0" anchor="ctr" anchorCtr="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1" indent="0" algn="l" defTabSz="914400" rtl="0" eaLnBrk="1" fontAlgn="auto" latinLnBrk="0" hangingPunct="1">
              <a:lnSpc>
                <a:spcPct val="120000"/>
              </a:lnSpc>
              <a:spcBef>
                <a:spcPts val="600"/>
              </a:spcBef>
              <a:spcAft>
                <a:spcPts val="0"/>
              </a:spcAft>
              <a:buClrTx/>
              <a:buSzTx/>
              <a:buFont typeface="Arial" panose="020B0604020202020204" pitchFamily="34" charset="0"/>
              <a:buNone/>
              <a:tabLst/>
              <a:defRPr/>
            </a:pPr>
            <a:r>
              <a:rPr lang="en-GB"/>
              <a:t>© Getinge │ Getinge and                           are trademarks or registered trademarks of Getinge AB, its subsidiaries or affiliates. All rights reserved.</a:t>
            </a:r>
            <a:endParaRPr lang="en-GB" dirty="0"/>
          </a:p>
        </p:txBody>
      </p:sp>
      <p:sp>
        <p:nvSpPr>
          <p:cNvPr id="4" name="TextBox 3">
            <a:extLst>
              <a:ext uri="{FF2B5EF4-FFF2-40B4-BE49-F238E27FC236}">
                <a16:creationId xmlns:a16="http://schemas.microsoft.com/office/drawing/2014/main" id="{5785FAF3-B314-F8CA-9FD6-7174C31B3929}"/>
              </a:ext>
            </a:extLst>
          </p:cNvPr>
          <p:cNvSpPr txBox="1"/>
          <p:nvPr userDrawn="1"/>
        </p:nvSpPr>
        <p:spPr bwMode="gray">
          <a:xfrm>
            <a:off x="695326" y="5763159"/>
            <a:ext cx="8076142" cy="360852"/>
          </a:xfrm>
          <a:prstGeom prst="rect">
            <a:avLst/>
          </a:prstGeom>
        </p:spPr>
        <p:txBody>
          <a:bodyPr vert="horz" lIns="0" tIns="0" rIns="0" bIns="0" rtlCol="0">
            <a:noAutofit/>
          </a:bodyPr>
          <a:lstStyle>
            <a:lvl1pPr indent="0">
              <a:lnSpc>
                <a:spcPct val="120000"/>
              </a:lnSpc>
              <a:spcBef>
                <a:spcPts val="600"/>
              </a:spcBef>
              <a:buFont typeface="Arial" panose="020B0604020202020204" pitchFamily="34" charset="0"/>
              <a:buNone/>
              <a:defRPr sz="1600" b="1">
                <a:solidFill>
                  <a:schemeClr val="tx2"/>
                </a:solidFill>
              </a:defRPr>
            </a:lvl1pPr>
            <a:lvl2pPr marL="0" lvl="1" indent="0">
              <a:lnSpc>
                <a:spcPct val="120000"/>
              </a:lnSpc>
              <a:spcBef>
                <a:spcPts val="600"/>
              </a:spcBef>
              <a:buFont typeface="Arial" panose="020B0604020202020204" pitchFamily="34" charset="0"/>
              <a:buNone/>
              <a:defRPr sz="800">
                <a:solidFill>
                  <a:schemeClr val="tx2"/>
                </a:solidFill>
              </a:defRPr>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1"/>
            <a:r>
              <a:rPr lang="en-US" sz="800" dirty="0"/>
              <a:t>With a firm belief that every person and community should have access to the best possible care, Getinge provides hospitals and life science institutions with products and solutions aiming to improve clinical results and optimize workflows. The offering includes products and solutions for intensive care, cardiovascular procedures, operating rooms, sterile reprocessing and life science. Getinge employs over 10,000 people worldwide and the products are sold in more than 135 countries.</a:t>
            </a:r>
            <a:endParaRPr lang="en-GB" sz="800" dirty="0"/>
          </a:p>
        </p:txBody>
      </p:sp>
      <p:sp>
        <p:nvSpPr>
          <p:cNvPr id="5" name="TextBox 4">
            <a:extLst>
              <a:ext uri="{FF2B5EF4-FFF2-40B4-BE49-F238E27FC236}">
                <a16:creationId xmlns:a16="http://schemas.microsoft.com/office/drawing/2014/main" id="{C44887AD-4885-F0DD-4DB6-917570EB3D3A}"/>
              </a:ext>
            </a:extLst>
          </p:cNvPr>
          <p:cNvSpPr txBox="1"/>
          <p:nvPr userDrawn="1"/>
        </p:nvSpPr>
        <p:spPr bwMode="gray">
          <a:xfrm>
            <a:off x="695325" y="5154989"/>
            <a:ext cx="10801349" cy="295466"/>
          </a:xfrm>
          <a:prstGeom prst="rect">
            <a:avLst/>
          </a:prstGeom>
        </p:spPr>
        <p:txBody>
          <a:bodyPr vert="horz" lIns="0" tIns="0" rIns="0" bIns="0" rtlCol="0">
            <a:noAutofit/>
          </a:bodyPr>
          <a:lstStyle>
            <a:lvl1pPr lvl="0" indent="0">
              <a:lnSpc>
                <a:spcPct val="120000"/>
              </a:lnSpc>
              <a:spcBef>
                <a:spcPts val="600"/>
              </a:spcBef>
              <a:buFont typeface="Arial" panose="020B0604020202020204" pitchFamily="34" charset="0"/>
              <a:buNone/>
              <a:defRPr sz="1600" b="1">
                <a:solidFill>
                  <a:schemeClr val="bg1"/>
                </a:solidFill>
              </a:defRPr>
            </a:lvl1pPr>
            <a:lvl2pPr marL="0" indent="0">
              <a:lnSpc>
                <a:spcPct val="120000"/>
              </a:lnSpc>
              <a:spcBef>
                <a:spcPts val="600"/>
              </a:spcBef>
              <a:buFont typeface="Arial" panose="020B0604020202020204" pitchFamily="34" charset="0"/>
              <a:buNone/>
              <a:defRPr sz="1600"/>
            </a:lvl2pPr>
            <a:lvl3pPr marL="219456" indent="-219456">
              <a:lnSpc>
                <a:spcPct val="100000"/>
              </a:lnSpc>
              <a:spcBef>
                <a:spcPts val="600"/>
              </a:spcBef>
              <a:buFont typeface="Arial" panose="020B0604020202020204" pitchFamily="34" charset="0"/>
              <a:buChar char="•"/>
              <a:defRPr sz="1600"/>
            </a:lvl3pPr>
            <a:lvl4pPr marL="429768" indent="-219456">
              <a:lnSpc>
                <a:spcPct val="100000"/>
              </a:lnSpc>
              <a:spcBef>
                <a:spcPts val="600"/>
              </a:spcBef>
              <a:buFont typeface="Arial" panose="020B0604020202020204" pitchFamily="34" charset="0"/>
              <a:buChar char="•"/>
              <a:defRPr sz="1400"/>
            </a:lvl4pPr>
            <a:lvl5pPr marL="649224" indent="-219456">
              <a:lnSpc>
                <a:spcPct val="100000"/>
              </a:lnSpc>
              <a:spcBef>
                <a:spcPts val="600"/>
              </a:spcBef>
              <a:buFont typeface="Arial" panose="020B0604020202020204" pitchFamily="34" charset="0"/>
              <a:buChar char="•"/>
              <a:defRPr sz="140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GB" sz="1600" b="0">
                <a:solidFill>
                  <a:schemeClr val="tx2"/>
                </a:solidFill>
              </a:rPr>
              <a:t>www.getinge.com</a:t>
            </a:r>
            <a:endParaRPr lang="en-GB" sz="1600" b="0" dirty="0">
              <a:solidFill>
                <a:schemeClr val="tx2"/>
              </a:solidFill>
            </a:endParaRPr>
          </a:p>
        </p:txBody>
      </p:sp>
      <p:pic>
        <p:nvPicPr>
          <p:cNvPr id="6" name="Graphic 5">
            <a:extLst>
              <a:ext uri="{FF2B5EF4-FFF2-40B4-BE49-F238E27FC236}">
                <a16:creationId xmlns:a16="http://schemas.microsoft.com/office/drawing/2014/main" id="{A98FFAA4-7621-56BD-1A7D-7FE32EA557B6}"/>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98530" y="6453939"/>
            <a:ext cx="676800" cy="100267"/>
          </a:xfrm>
          <a:prstGeom prst="rect">
            <a:avLst/>
          </a:prstGeom>
        </p:spPr>
      </p:pic>
    </p:spTree>
    <p:extLst>
      <p:ext uri="{BB962C8B-B14F-4D97-AF65-F5344CB8AC3E}">
        <p14:creationId xmlns:p14="http://schemas.microsoft.com/office/powerpoint/2010/main" val="184653432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2 - End logo on graphic">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8A13A591-4E4B-45F2-908E-4E1C3B5BC5F3}"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pic>
        <p:nvPicPr>
          <p:cNvPr id="4" name="Picture 3" descr="A picture containing background pattern&#10;&#10;Description automatically generated">
            <a:extLst>
              <a:ext uri="{FF2B5EF4-FFF2-40B4-BE49-F238E27FC236}">
                <a16:creationId xmlns:a16="http://schemas.microsoft.com/office/drawing/2014/main" id="{F8ED0573-BB28-48D5-B972-E6FBCD82B8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861977752"/>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3 - End logo on blue">
    <p:bg>
      <p:bgPr>
        <a:solidFill>
          <a:schemeClr val="tx2"/>
        </a:solidFill>
        <a:effectLst/>
      </p:bgPr>
    </p:bg>
    <p:spTree>
      <p:nvGrpSpPr>
        <p:cNvPr id="1" name=""/>
        <p:cNvGrpSpPr/>
        <p:nvPr/>
      </p:nvGrpSpPr>
      <p:grpSpPr>
        <a:xfrm>
          <a:off x="0" y="0"/>
          <a:ext cx="0" cy="0"/>
          <a:chOff x="0" y="0"/>
          <a:chExt cx="0" cy="0"/>
        </a:xfrm>
      </p:grpSpPr>
      <p:sp>
        <p:nvSpPr>
          <p:cNvPr id="22" name="Date Placeholder 21">
            <a:extLst>
              <a:ext uri="{FF2B5EF4-FFF2-40B4-BE49-F238E27FC236}">
                <a16:creationId xmlns:a16="http://schemas.microsoft.com/office/drawing/2014/main" id="{0C11CC47-62A3-49D7-96FD-64C3D8615221}"/>
              </a:ext>
            </a:extLst>
          </p:cNvPr>
          <p:cNvSpPr>
            <a:spLocks noGrp="1"/>
          </p:cNvSpPr>
          <p:nvPr>
            <p:ph type="dt" sz="half" idx="18"/>
          </p:nvPr>
        </p:nvSpPr>
        <p:spPr/>
        <p:txBody>
          <a:bodyPr/>
          <a:lstStyle>
            <a:lvl1pPr>
              <a:defRPr>
                <a:solidFill>
                  <a:schemeClr val="tx1">
                    <a:alpha val="0"/>
                  </a:schemeClr>
                </a:solidFill>
              </a:defRPr>
            </a:lvl1pPr>
          </a:lstStyle>
          <a:p>
            <a:fld id="{6575CFC9-CF72-4FF1-A9D6-AA7E501F72D2}" type="datetime3">
              <a:rPr lang="en-GB" smtClean="0"/>
              <a:t>23 March, 2026</a:t>
            </a:fld>
            <a:endParaRPr lang="en-GB" dirty="0"/>
          </a:p>
        </p:txBody>
      </p:sp>
      <p:sp>
        <p:nvSpPr>
          <p:cNvPr id="23" name="Footer Placeholder 22">
            <a:extLst>
              <a:ext uri="{FF2B5EF4-FFF2-40B4-BE49-F238E27FC236}">
                <a16:creationId xmlns:a16="http://schemas.microsoft.com/office/drawing/2014/main" id="{384075DC-C7FC-49E3-9038-4FAE5C0F18E0}"/>
              </a:ext>
            </a:extLst>
          </p:cNvPr>
          <p:cNvSpPr>
            <a:spLocks noGrp="1"/>
          </p:cNvSpPr>
          <p:nvPr>
            <p:ph type="ftr" sz="quarter" idx="19"/>
          </p:nvPr>
        </p:nvSpPr>
        <p:spPr/>
        <p:txBody>
          <a:bodyPr/>
          <a:lstStyle>
            <a:lvl1pPr>
              <a:defRPr>
                <a:solidFill>
                  <a:schemeClr val="tx1">
                    <a:alpha val="0"/>
                  </a:schemeClr>
                </a:solidFill>
              </a:defRPr>
            </a:lvl1pPr>
          </a:lstStyle>
          <a:p>
            <a:r>
              <a:rPr lang="en-GB"/>
              <a:t>Presentation name</a:t>
            </a:r>
            <a:endParaRPr lang="en-GB" dirty="0"/>
          </a:p>
        </p:txBody>
      </p:sp>
      <p:sp>
        <p:nvSpPr>
          <p:cNvPr id="24" name="Slide Number Placeholder 23">
            <a:extLst>
              <a:ext uri="{FF2B5EF4-FFF2-40B4-BE49-F238E27FC236}">
                <a16:creationId xmlns:a16="http://schemas.microsoft.com/office/drawing/2014/main" id="{C80C7B6A-36AB-4420-A1F1-739E53B05FD1}"/>
              </a:ext>
            </a:extLst>
          </p:cNvPr>
          <p:cNvSpPr>
            <a:spLocks noGrp="1"/>
          </p:cNvSpPr>
          <p:nvPr>
            <p:ph type="sldNum" sz="quarter" idx="20"/>
          </p:nvPr>
        </p:nvSpPr>
        <p:spPr/>
        <p:txBody>
          <a:bodyPr/>
          <a:lstStyle>
            <a:lvl1pPr>
              <a:defRPr>
                <a:solidFill>
                  <a:schemeClr val="tx1">
                    <a:alpha val="0"/>
                  </a:schemeClr>
                </a:solidFill>
              </a:defRPr>
            </a:lvl1pPr>
          </a:lstStyle>
          <a:p>
            <a:r>
              <a:rPr lang="en-GB"/>
              <a:t>Page </a:t>
            </a:r>
            <a:fld id="{C2FE92B8-3297-49BF-866E-FDAA607BBC0B}" type="slidenum">
              <a:rPr lang="en-GB" smtClean="0"/>
              <a:pPr/>
              <a:t>‹#›</a:t>
            </a:fld>
            <a:endParaRPr lang="en-GB" dirty="0"/>
          </a:p>
        </p:txBody>
      </p:sp>
      <p:sp>
        <p:nvSpPr>
          <p:cNvPr id="6" name="Rectangle 5">
            <a:extLst>
              <a:ext uri="{FF2B5EF4-FFF2-40B4-BE49-F238E27FC236}">
                <a16:creationId xmlns:a16="http://schemas.microsoft.com/office/drawing/2014/main" id="{7E817851-0F05-4A24-B522-B3546C11BA73}"/>
              </a:ext>
            </a:extLst>
          </p:cNvPr>
          <p:cNvSpPr>
            <a:spLocks/>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lnSpc>
                <a:spcPct val="110000"/>
              </a:lnSpc>
              <a:spcBef>
                <a:spcPts val="1200"/>
              </a:spcBef>
            </a:pPr>
            <a:endParaRPr lang="en-GB" sz="1600" dirty="0"/>
          </a:p>
        </p:txBody>
      </p:sp>
      <p:grpSp>
        <p:nvGrpSpPr>
          <p:cNvPr id="5" name="Group 4">
            <a:extLst>
              <a:ext uri="{FF2B5EF4-FFF2-40B4-BE49-F238E27FC236}">
                <a16:creationId xmlns:a16="http://schemas.microsoft.com/office/drawing/2014/main" id="{180ABD6B-22ED-4494-9FF9-300160E05379}"/>
              </a:ext>
            </a:extLst>
          </p:cNvPr>
          <p:cNvGrpSpPr/>
          <p:nvPr userDrawn="1"/>
        </p:nvGrpSpPr>
        <p:grpSpPr>
          <a:xfrm>
            <a:off x="4468865" y="2604738"/>
            <a:ext cx="3258066" cy="1656113"/>
            <a:chOff x="4468865" y="2604738"/>
            <a:chExt cx="3258066" cy="1656113"/>
          </a:xfrm>
        </p:grpSpPr>
        <p:pic>
          <p:nvPicPr>
            <p:cNvPr id="19" name="Picture 18">
              <a:extLst>
                <a:ext uri="{FF2B5EF4-FFF2-40B4-BE49-F238E27FC236}">
                  <a16:creationId xmlns:a16="http://schemas.microsoft.com/office/drawing/2014/main" id="{FF1E34F8-8223-4A78-B432-3EB9EBA7525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80464"/>
            <a:stretch/>
          </p:blipFill>
          <p:spPr>
            <a:xfrm>
              <a:off x="4468865" y="3935821"/>
              <a:ext cx="3254272" cy="325030"/>
            </a:xfrm>
            <a:prstGeom prst="rect">
              <a:avLst/>
            </a:prstGeom>
          </p:spPr>
        </p:pic>
        <p:pic>
          <p:nvPicPr>
            <p:cNvPr id="21" name="Graphic 20">
              <a:extLst>
                <a:ext uri="{FF2B5EF4-FFF2-40B4-BE49-F238E27FC236}">
                  <a16:creationId xmlns:a16="http://schemas.microsoft.com/office/drawing/2014/main" id="{553C90E1-7BD9-4E34-8AC3-FC945AE905C7}"/>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r="21239"/>
            <a:stretch/>
          </p:blipFill>
          <p:spPr>
            <a:xfrm>
              <a:off x="4472659" y="3323701"/>
              <a:ext cx="3254272" cy="612120"/>
            </a:xfrm>
            <a:prstGeom prst="rect">
              <a:avLst/>
            </a:prstGeom>
          </p:spPr>
        </p:pic>
        <p:pic>
          <p:nvPicPr>
            <p:cNvPr id="25" name="Graphic 24">
              <a:extLst>
                <a:ext uri="{FF2B5EF4-FFF2-40B4-BE49-F238E27FC236}">
                  <a16:creationId xmlns:a16="http://schemas.microsoft.com/office/drawing/2014/main" id="{EC88D5EE-499C-4F3A-8762-76A3B1CF8450}"/>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83781"/>
            <a:stretch/>
          </p:blipFill>
          <p:spPr>
            <a:xfrm>
              <a:off x="5713848" y="2604738"/>
              <a:ext cx="670155" cy="612120"/>
            </a:xfrm>
            <a:prstGeom prst="rect">
              <a:avLst/>
            </a:prstGeom>
          </p:spPr>
        </p:pic>
      </p:grpSp>
    </p:spTree>
    <p:extLst>
      <p:ext uri="{BB962C8B-B14F-4D97-AF65-F5344CB8AC3E}">
        <p14:creationId xmlns:p14="http://schemas.microsoft.com/office/powerpoint/2010/main" val="219407332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1 – Report for long text, white 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5EDD42-E1EF-4CE7-815D-02CFBB24B793}"/>
              </a:ext>
            </a:extLst>
          </p:cNvPr>
          <p:cNvSpPr>
            <a:spLocks noGrp="1"/>
          </p:cNvSpPr>
          <p:nvPr>
            <p:ph type="title" hasCustomPrompt="1"/>
          </p:nvPr>
        </p:nvSpPr>
        <p:spPr/>
        <p:txBody>
          <a:bodyPr anchor="t" anchorCtr="0"/>
          <a:lstStyle>
            <a:lvl1pPr>
              <a:lnSpc>
                <a:spcPct val="100000"/>
              </a:lnSpc>
              <a:defRPr/>
            </a:lvl1pPr>
          </a:lstStyle>
          <a:p>
            <a:r>
              <a:rPr lang="en-GB" dirty="0"/>
              <a:t>Heading</a:t>
            </a:r>
          </a:p>
        </p:txBody>
      </p:sp>
      <p:sp>
        <p:nvSpPr>
          <p:cNvPr id="2" name="Date Placeholder 1">
            <a:extLst>
              <a:ext uri="{FF2B5EF4-FFF2-40B4-BE49-F238E27FC236}">
                <a16:creationId xmlns:a16="http://schemas.microsoft.com/office/drawing/2014/main" id="{3A63870A-33B4-4320-BF1B-F61B9E7A1A02}"/>
              </a:ext>
            </a:extLst>
          </p:cNvPr>
          <p:cNvSpPr>
            <a:spLocks noGrp="1"/>
          </p:cNvSpPr>
          <p:nvPr>
            <p:ph type="dt" sz="half" idx="16"/>
          </p:nvPr>
        </p:nvSpPr>
        <p:spPr/>
        <p:txBody>
          <a:bodyPr/>
          <a:lstStyle/>
          <a:p>
            <a:fld id="{4F2DC977-4E24-4195-9D64-2EFEAF9D834B}" type="datetime3">
              <a:rPr lang="en-GB" smtClean="0"/>
              <a:t>23 March, 2026</a:t>
            </a:fld>
            <a:endParaRPr lang="en-GB" dirty="0"/>
          </a:p>
        </p:txBody>
      </p:sp>
      <p:sp>
        <p:nvSpPr>
          <p:cNvPr id="3" name="Footer Placeholder 2">
            <a:extLst>
              <a:ext uri="{FF2B5EF4-FFF2-40B4-BE49-F238E27FC236}">
                <a16:creationId xmlns:a16="http://schemas.microsoft.com/office/drawing/2014/main" id="{729EC4F1-52AB-4D7A-BF66-E0D9AD4A2F7D}"/>
              </a:ext>
            </a:extLst>
          </p:cNvPr>
          <p:cNvSpPr>
            <a:spLocks noGrp="1"/>
          </p:cNvSpPr>
          <p:nvPr>
            <p:ph type="ftr" sz="quarter" idx="17"/>
          </p:nvPr>
        </p:nvSpPr>
        <p:spPr/>
        <p:txBody>
          <a:bodyPr/>
          <a:lstStyle/>
          <a:p>
            <a:r>
              <a:rPr lang="en-GB"/>
              <a:t>Presentation name</a:t>
            </a:r>
            <a:endParaRPr lang="en-GB" dirty="0"/>
          </a:p>
        </p:txBody>
      </p:sp>
      <p:sp>
        <p:nvSpPr>
          <p:cNvPr id="9" name="Slide Number Placeholder 8">
            <a:extLst>
              <a:ext uri="{FF2B5EF4-FFF2-40B4-BE49-F238E27FC236}">
                <a16:creationId xmlns:a16="http://schemas.microsoft.com/office/drawing/2014/main" id="{87E2D947-F5A5-4887-9229-668EB882D1F4}"/>
              </a:ext>
            </a:extLst>
          </p:cNvPr>
          <p:cNvSpPr>
            <a:spLocks noGrp="1"/>
          </p:cNvSpPr>
          <p:nvPr>
            <p:ph type="sldNum" sz="quarter" idx="18"/>
          </p:nvPr>
        </p:nvSpPr>
        <p:spPr/>
        <p:txBody>
          <a:bodyPr/>
          <a:lstStyle/>
          <a:p>
            <a:r>
              <a:rPr lang="en-GB"/>
              <a:t>Page </a:t>
            </a:r>
            <a:fld id="{C2FE92B8-3297-49BF-866E-FDAA607BBC0B}" type="slidenum">
              <a:rPr lang="en-GB" smtClean="0"/>
              <a:pPr/>
              <a:t>‹#›</a:t>
            </a:fld>
            <a:endParaRPr lang="en-GB" dirty="0"/>
          </a:p>
        </p:txBody>
      </p:sp>
      <p:sp>
        <p:nvSpPr>
          <p:cNvPr id="5" name="Text Placeholder 4">
            <a:extLst>
              <a:ext uri="{FF2B5EF4-FFF2-40B4-BE49-F238E27FC236}">
                <a16:creationId xmlns:a16="http://schemas.microsoft.com/office/drawing/2014/main" id="{8B865DFC-4A96-44F1-7F55-FB08AA95A4BA}"/>
              </a:ext>
            </a:extLst>
          </p:cNvPr>
          <p:cNvSpPr>
            <a:spLocks noGrp="1"/>
          </p:cNvSpPr>
          <p:nvPr>
            <p:ph type="body" sz="quarter" idx="21"/>
          </p:nvPr>
        </p:nvSpPr>
        <p:spPr>
          <a:xfrm>
            <a:off x="695325" y="1249326"/>
            <a:ext cx="10801350" cy="4772062"/>
          </a:xfrm>
        </p:spPr>
        <p:txBody>
          <a:bodyPr numCol="2" spcCol="360000"/>
          <a:lstStyle>
            <a:lvl1pPr marL="0" indent="0">
              <a:buFontTx/>
              <a:buNone/>
              <a:defRPr sz="1000"/>
            </a:lvl1pPr>
            <a:lvl2pPr marL="153987" indent="0">
              <a:buNone/>
              <a:defRPr sz="1000"/>
            </a:lvl2pPr>
            <a:lvl3pPr marL="425450" indent="-136525">
              <a:defRPr sz="1000"/>
            </a:lvl3pPr>
            <a:lvl4pPr marL="425450" indent="-136525">
              <a:defRPr sz="1000"/>
            </a:lvl4pPr>
            <a:lvl5pPr marL="425450" indent="-136525">
              <a:defRPr sz="1000"/>
            </a:lvl5pPr>
          </a:lstStyle>
          <a:p>
            <a:pPr lvl="0"/>
            <a:r>
              <a:rPr lang="en-US"/>
              <a:t>Click to edit Master text styles</a:t>
            </a:r>
          </a:p>
        </p:txBody>
      </p:sp>
    </p:spTree>
    <p:extLst>
      <p:ext uri="{BB962C8B-B14F-4D97-AF65-F5344CB8AC3E}">
        <p14:creationId xmlns:p14="http://schemas.microsoft.com/office/powerpoint/2010/main" val="93352583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extLst>
    <p:ext uri="{DCECCB84-F9BA-43D5-87BE-67443E8EF086}">
      <p15:sldGuideLst xmlns:p15="http://schemas.microsoft.com/office/powerpoint/2012/main">
        <p15:guide id="1" pos="5881"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1BEFCB-1703-40D7-823E-D3D10D02B6E1}"/>
              </a:ext>
            </a:extLst>
          </p:cNvPr>
          <p:cNvSpPr>
            <a:spLocks noGrp="1"/>
          </p:cNvSpPr>
          <p:nvPr>
            <p:ph type="title"/>
          </p:nvPr>
        </p:nvSpPr>
        <p:spPr>
          <a:xfrm>
            <a:off x="696000" y="412225"/>
            <a:ext cx="10800000" cy="676800"/>
          </a:xfrm>
          <a:prstGeom prst="rect">
            <a:avLst/>
          </a:prstGeom>
        </p:spPr>
        <p:txBody>
          <a:bodyPr vert="horz" wrap="square" lIns="0" tIns="0" rIns="0" bIns="0" rtlCol="0" anchor="b" anchorCtr="0">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FF1E75D1-892C-4CE0-8ADF-3BD83D62DA06}"/>
              </a:ext>
            </a:extLst>
          </p:cNvPr>
          <p:cNvSpPr>
            <a:spLocks noGrp="1"/>
          </p:cNvSpPr>
          <p:nvPr>
            <p:ph type="body" idx="1"/>
          </p:nvPr>
        </p:nvSpPr>
        <p:spPr>
          <a:xfrm>
            <a:off x="696000" y="1773238"/>
            <a:ext cx="8640000" cy="424815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Slide Number Placeholder 5">
            <a:extLst>
              <a:ext uri="{FF2B5EF4-FFF2-40B4-BE49-F238E27FC236}">
                <a16:creationId xmlns:a16="http://schemas.microsoft.com/office/drawing/2014/main" id="{3AE92548-6F34-4BEB-9EEC-237F04117089}"/>
              </a:ext>
            </a:extLst>
          </p:cNvPr>
          <p:cNvSpPr>
            <a:spLocks noGrp="1"/>
          </p:cNvSpPr>
          <p:nvPr>
            <p:ph type="sldNum" sz="quarter" idx="4"/>
          </p:nvPr>
        </p:nvSpPr>
        <p:spPr>
          <a:xfrm>
            <a:off x="696000" y="6559200"/>
            <a:ext cx="8640000" cy="108000"/>
          </a:xfrm>
          <a:prstGeom prst="rect">
            <a:avLst/>
          </a:prstGeom>
        </p:spPr>
        <p:txBody>
          <a:bodyPr vert="horz" lIns="0" tIns="0" rIns="0" bIns="0" rtlCol="0" anchor="ctr"/>
          <a:lstStyle>
            <a:lvl1pPr algn="l">
              <a:defRPr sz="800">
                <a:solidFill>
                  <a:schemeClr val="tx1"/>
                </a:solidFill>
              </a:defRPr>
            </a:lvl1pPr>
          </a:lstStyle>
          <a:p>
            <a:r>
              <a:rPr lang="en-GB"/>
              <a:t>Page </a:t>
            </a:r>
            <a:fld id="{C2FE92B8-3297-49BF-866E-FDAA607BBC0B}" type="slidenum">
              <a:rPr lang="en-GB" smtClean="0"/>
              <a:pPr/>
              <a:t>‹#›</a:t>
            </a:fld>
            <a:endParaRPr lang="en-GB" dirty="0"/>
          </a:p>
        </p:txBody>
      </p:sp>
      <p:pic>
        <p:nvPicPr>
          <p:cNvPr id="9" name="Graphic 8">
            <a:extLst>
              <a:ext uri="{FF2B5EF4-FFF2-40B4-BE49-F238E27FC236}">
                <a16:creationId xmlns:a16="http://schemas.microsoft.com/office/drawing/2014/main" id="{500DC82A-268B-4885-A9AC-C6141D40A658}"/>
              </a:ext>
            </a:extLst>
          </p:cNvPr>
          <p:cNvPicPr>
            <a:picLocks noChangeAspect="1"/>
          </p:cNvPicPr>
          <p:nvPr userDrawn="1"/>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9673500" y="6372000"/>
            <a:ext cx="1822500" cy="270000"/>
          </a:xfrm>
          <a:prstGeom prst="rect">
            <a:avLst/>
          </a:prstGeom>
        </p:spPr>
      </p:pic>
      <p:sp>
        <p:nvSpPr>
          <p:cNvPr id="4" name="Date Placeholder 3">
            <a:extLst>
              <a:ext uri="{FF2B5EF4-FFF2-40B4-BE49-F238E27FC236}">
                <a16:creationId xmlns:a16="http://schemas.microsoft.com/office/drawing/2014/main" id="{8725914E-FFAE-4B21-95D3-7621191EF0FF}"/>
              </a:ext>
            </a:extLst>
          </p:cNvPr>
          <p:cNvSpPr>
            <a:spLocks noGrp="1"/>
          </p:cNvSpPr>
          <p:nvPr>
            <p:ph type="dt" sz="half" idx="2"/>
          </p:nvPr>
        </p:nvSpPr>
        <p:spPr>
          <a:xfrm>
            <a:off x="696000" y="6256800"/>
            <a:ext cx="8640000" cy="108000"/>
          </a:xfrm>
          <a:prstGeom prst="rect">
            <a:avLst/>
          </a:prstGeom>
        </p:spPr>
        <p:txBody>
          <a:bodyPr vert="horz" lIns="0" tIns="0" rIns="0" bIns="0" rtlCol="0" anchor="ctr"/>
          <a:lstStyle>
            <a:lvl1pPr algn="l">
              <a:defRPr sz="800">
                <a:solidFill>
                  <a:schemeClr val="tx1"/>
                </a:solidFill>
              </a:defRPr>
            </a:lvl1pPr>
          </a:lstStyle>
          <a:p>
            <a:fld id="{C2F8EDA5-EB72-41BD-988D-61D35C89EC94}" type="datetime3">
              <a:rPr lang="en-GB" smtClean="0"/>
              <a:t>23 March, 2026</a:t>
            </a:fld>
            <a:endParaRPr lang="en-GB" dirty="0"/>
          </a:p>
        </p:txBody>
      </p:sp>
      <p:sp>
        <p:nvSpPr>
          <p:cNvPr id="5" name="Footer Placeholder 4">
            <a:extLst>
              <a:ext uri="{FF2B5EF4-FFF2-40B4-BE49-F238E27FC236}">
                <a16:creationId xmlns:a16="http://schemas.microsoft.com/office/drawing/2014/main" id="{BE22E0C0-BD49-4D7F-9769-374A393C029D}"/>
              </a:ext>
            </a:extLst>
          </p:cNvPr>
          <p:cNvSpPr>
            <a:spLocks noGrp="1"/>
          </p:cNvSpPr>
          <p:nvPr>
            <p:ph type="ftr" sz="quarter" idx="3"/>
          </p:nvPr>
        </p:nvSpPr>
        <p:spPr>
          <a:xfrm>
            <a:off x="696000" y="6408000"/>
            <a:ext cx="8640000" cy="108000"/>
          </a:xfrm>
          <a:prstGeom prst="rect">
            <a:avLst/>
          </a:prstGeom>
        </p:spPr>
        <p:txBody>
          <a:bodyPr vert="horz" lIns="0" tIns="0" rIns="0" bIns="0" rtlCol="0" anchor="ctr"/>
          <a:lstStyle>
            <a:lvl1pPr algn="l">
              <a:defRPr sz="800">
                <a:solidFill>
                  <a:schemeClr val="tx1"/>
                </a:solidFill>
              </a:defRPr>
            </a:lvl1pPr>
          </a:lstStyle>
          <a:p>
            <a:r>
              <a:rPr lang="en-GB"/>
              <a:t>Presentation name</a:t>
            </a:r>
            <a:endParaRPr lang="en-GB" dirty="0"/>
          </a:p>
        </p:txBody>
      </p:sp>
    </p:spTree>
    <p:extLst>
      <p:ext uri="{BB962C8B-B14F-4D97-AF65-F5344CB8AC3E}">
        <p14:creationId xmlns:p14="http://schemas.microsoft.com/office/powerpoint/2010/main" val="1454511840"/>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90" r:id="rId3"/>
    <p:sldLayoutId id="2147483651" r:id="rId4"/>
    <p:sldLayoutId id="2147483666" r:id="rId5"/>
    <p:sldLayoutId id="2147483650" r:id="rId6"/>
    <p:sldLayoutId id="2147483664" r:id="rId7"/>
    <p:sldLayoutId id="2147483663" r:id="rId8"/>
    <p:sldLayoutId id="2147483667" r:id="rId9"/>
    <p:sldLayoutId id="2147483668" r:id="rId10"/>
    <p:sldLayoutId id="2147483669" r:id="rId11"/>
    <p:sldLayoutId id="2147483670" r:id="rId12"/>
    <p:sldLayoutId id="2147483674" r:id="rId13"/>
    <p:sldLayoutId id="2147483675" r:id="rId14"/>
    <p:sldLayoutId id="2147483676" r:id="rId15"/>
    <p:sldLayoutId id="2147483677" r:id="rId16"/>
    <p:sldLayoutId id="2147483678" r:id="rId17"/>
    <p:sldLayoutId id="2147483679" r:id="rId18"/>
    <p:sldLayoutId id="2147483680" r:id="rId19"/>
    <p:sldLayoutId id="2147483671" r:id="rId20"/>
    <p:sldLayoutId id="2147483682" r:id="rId21"/>
    <p:sldLayoutId id="2147483685" r:id="rId22"/>
    <p:sldLayoutId id="2147483686" r:id="rId23"/>
    <p:sldLayoutId id="2147483672" r:id="rId24"/>
    <p:sldLayoutId id="2147483687" r:id="rId25"/>
    <p:sldLayoutId id="2147483673" r:id="rId26"/>
    <p:sldLayoutId id="2147483655" r:id="rId27"/>
    <p:sldLayoutId id="2147483693" r:id="rId28"/>
    <p:sldLayoutId id="2147483689" r:id="rId29"/>
    <p:sldLayoutId id="2147483691" r:id="rId30"/>
    <p:sldLayoutId id="2147483692" r:id="rId31"/>
  </p:sldLayoutIdLst>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146050" indent="-146050" algn="l" defTabSz="914400" rtl="0" eaLnBrk="1" latinLnBrk="0" hangingPunct="1">
        <a:lnSpc>
          <a:spcPct val="110000"/>
        </a:lnSpc>
        <a:spcBef>
          <a:spcPts val="600"/>
        </a:spcBef>
        <a:buFont typeface="Arial" panose="020B0604020202020204" pitchFamily="34" charset="0"/>
        <a:buChar char="•"/>
        <a:defRPr sz="1600" kern="1200">
          <a:solidFill>
            <a:schemeClr val="tx1"/>
          </a:solidFill>
          <a:latin typeface="+mn-lt"/>
          <a:ea typeface="+mn-ea"/>
          <a:cs typeface="+mn-cs"/>
        </a:defRPr>
      </a:lvl1pPr>
      <a:lvl2pPr marL="334963" indent="-180975"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2pPr>
      <a:lvl3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3pPr>
      <a:lvl4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4pPr>
      <a:lvl5pPr marL="498475" indent="-15875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 userDrawn="1">
          <p15:clr>
            <a:srgbClr val="F26B43"/>
          </p15:clr>
        </p15:guide>
        <p15:guide id="2" pos="3840" userDrawn="1">
          <p15:clr>
            <a:srgbClr val="F26B43"/>
          </p15:clr>
        </p15:guide>
        <p15:guide id="3" pos="7242" userDrawn="1">
          <p15:clr>
            <a:srgbClr val="F26B43"/>
          </p15:clr>
        </p15:guide>
        <p15:guide id="4" orient="horz" pos="1117" userDrawn="1">
          <p15:clr>
            <a:srgbClr val="F26B43"/>
          </p15:clr>
        </p15:guide>
        <p15:guide id="5" orient="horz" pos="3793" userDrawn="1">
          <p15:clr>
            <a:srgbClr val="F26B43"/>
          </p15:clr>
        </p15:guide>
        <p15:guide id="6" orient="horz" pos="686" userDrawn="1">
          <p15:clr>
            <a:srgbClr val="F26B43"/>
          </p15:clr>
        </p15:guide>
        <p15:guide id="7" orient="horz" pos="38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1CFDC-0B5E-49ED-8E43-7F408FFBD7EF}"/>
              </a:ext>
            </a:extLst>
          </p:cNvPr>
          <p:cNvSpPr>
            <a:spLocks noGrp="1"/>
          </p:cNvSpPr>
          <p:nvPr>
            <p:ph type="ctrTitle"/>
          </p:nvPr>
        </p:nvSpPr>
        <p:spPr/>
        <p:txBody>
          <a:bodyPr/>
          <a:lstStyle/>
          <a:p>
            <a:r>
              <a:t>LundaLoggern</a:t>
            </a:r>
            <a:endParaRPr lang="en-GB" dirty="0"/>
          </a:p>
        </p:txBody>
      </p:sp>
      <p:sp>
        <p:nvSpPr>
          <p:cNvPr id="3" name="Subtitle 2">
            <a:extLst>
              <a:ext uri="{FF2B5EF4-FFF2-40B4-BE49-F238E27FC236}">
                <a16:creationId xmlns:a16="http://schemas.microsoft.com/office/drawing/2014/main" id="{DE2E746C-6F83-47C7-B534-B7C10E234DD7}"/>
              </a:ext>
            </a:extLst>
          </p:cNvPr>
          <p:cNvSpPr>
            <a:spLocks noGrp="1"/>
          </p:cNvSpPr>
          <p:nvPr>
            <p:ph type="subTitle" idx="1"/>
          </p:nvPr>
        </p:nvSpPr>
        <p:spPr/>
        <p:txBody>
          <a:bodyPr/>
          <a:lstStyle/>
          <a:p>
            <a:r>
              <a:t>Smart Data Logging for Intensive Care Ventilators</a:t>
            </a:r>
            <a:endParaRPr lang="en-GB" dirty="0"/>
          </a:p>
        </p:txBody>
      </p:sp>
      <p:sp>
        <p:nvSpPr>
          <p:cNvPr id="4" name="Text Placeholder 3">
            <a:extLst>
              <a:ext uri="{FF2B5EF4-FFF2-40B4-BE49-F238E27FC236}">
                <a16:creationId xmlns:a16="http://schemas.microsoft.com/office/drawing/2014/main" id="{6353B284-8BB4-4513-9C98-65966503C636}"/>
              </a:ext>
            </a:extLst>
          </p:cNvPr>
          <p:cNvSpPr>
            <a:spLocks noGrp="1"/>
          </p:cNvSpPr>
          <p:nvPr>
            <p:ph type="body" sz="quarter" idx="13"/>
          </p:nvPr>
        </p:nvSpPr>
        <p:spPr/>
        <p:txBody>
          <a:bodyPr/>
          <a:lstStyle/>
          <a:p>
            <a:r>
              <a:t>Åke  |  2026-03-16</a:t>
            </a:r>
          </a:p>
        </p:txBody>
      </p:sp>
    </p:spTree>
    <p:extLst>
      <p:ext uri="{BB962C8B-B14F-4D97-AF65-F5344CB8AC3E}">
        <p14:creationId xmlns:p14="http://schemas.microsoft.com/office/powerpoint/2010/main" val="1972002611"/>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dirty="0"/>
              <a:t>Intensive care ventilators generate critical patient data — but capturing it consistently is hard</a:t>
            </a:r>
            <a:endParaRPr lang="sv-SE" dirty="0"/>
          </a:p>
          <a:p>
            <a:pPr lvl="1"/>
            <a:r>
              <a:rPr lang="sv-SE" dirty="0"/>
              <a:t>Long term data </a:t>
            </a:r>
            <a:r>
              <a:rPr lang="sv-SE" dirty="0" err="1"/>
              <a:t>logging</a:t>
            </a:r>
            <a:r>
              <a:rPr lang="sv-SE" dirty="0"/>
              <a:t> in SERVO </a:t>
            </a:r>
            <a:r>
              <a:rPr lang="sv-SE" dirty="0" err="1"/>
              <a:t>very</a:t>
            </a:r>
            <a:r>
              <a:rPr lang="sv-SE" dirty="0"/>
              <a:t> </a:t>
            </a:r>
            <a:r>
              <a:rPr lang="sv-SE" dirty="0" err="1"/>
              <a:t>limited</a:t>
            </a:r>
            <a:r>
              <a:rPr lang="sv-SE" dirty="0"/>
              <a:t>.</a:t>
            </a:r>
          </a:p>
          <a:p>
            <a:pPr lvl="1"/>
            <a:r>
              <a:rPr lang="sv-SE" dirty="0"/>
              <a:t>The Getinge Servo-</a:t>
            </a:r>
            <a:r>
              <a:rPr lang="sv-SE" dirty="0" err="1"/>
              <a:t>logger</a:t>
            </a:r>
            <a:r>
              <a:rPr lang="sv-SE" dirty="0"/>
              <a:t> </a:t>
            </a:r>
            <a:r>
              <a:rPr lang="sv-SE" dirty="0" err="1"/>
              <a:t>requires</a:t>
            </a:r>
            <a:r>
              <a:rPr lang="sv-SE" dirty="0"/>
              <a:t> a PC </a:t>
            </a:r>
            <a:r>
              <a:rPr lang="sv-SE" dirty="0" err="1"/>
              <a:t>bedside</a:t>
            </a:r>
            <a:endParaRPr dirty="0"/>
          </a:p>
          <a:p>
            <a:r>
              <a:rPr dirty="0"/>
              <a:t>Manual data recording is error-prone and time-consuming for clinical staff</a:t>
            </a:r>
          </a:p>
          <a:p>
            <a:r>
              <a:rPr dirty="0"/>
              <a:t>Existing solutions are often expensive, complex, or tied to proprietary hospital IT systems</a:t>
            </a:r>
          </a:p>
          <a:p>
            <a:r>
              <a:rPr b="1" dirty="0"/>
              <a:t>How can we make ventilator data logging simple, portable, and independent?</a:t>
            </a:r>
          </a:p>
        </p:txBody>
      </p:sp>
      <p:sp>
        <p:nvSpPr>
          <p:cNvPr id="3" name="Title 2"/>
          <p:cNvSpPr>
            <a:spLocks noGrp="1"/>
          </p:cNvSpPr>
          <p:nvPr>
            <p:ph type="title"/>
          </p:nvPr>
        </p:nvSpPr>
        <p:spPr/>
        <p:txBody>
          <a:bodyPr/>
          <a:lstStyle/>
          <a:p>
            <a:r>
              <a:t>The Problem</a:t>
            </a:r>
          </a:p>
        </p:txBody>
      </p:sp>
      <p:sp>
        <p:nvSpPr>
          <p:cNvPr id="4" name="Text Placeholder 3"/>
          <p:cNvSpPr>
            <a:spLocks noGrp="1"/>
          </p:cNvSpPr>
          <p:nvPr>
            <p:ph type="body" sz="quarter" idx="14"/>
          </p:nvPr>
        </p:nvSpPr>
        <p:spPr/>
        <p:txBody>
          <a:bodyPr/>
          <a:lstStyle/>
          <a:p>
            <a:r>
              <a:t>Why ventilator data capture needs to be easier</a:t>
            </a:r>
          </a:p>
        </p:txBody>
      </p:sp>
      <p:pic>
        <p:nvPicPr>
          <p:cNvPr id="5" name="Content Placeholder 8" descr="A blue symbol of a baby and lungs&#10;&#10;AI-generated content may be incorrect.">
            <a:extLst>
              <a:ext uri="{FF2B5EF4-FFF2-40B4-BE49-F238E27FC236}">
                <a16:creationId xmlns:a16="http://schemas.microsoft.com/office/drawing/2014/main" id="{77BD0B9D-F1B1-9E2F-477B-891D1830C00E}"/>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Introducing LundaLoggern</a:t>
            </a:r>
          </a:p>
        </p:txBody>
      </p:sp>
      <p:sp>
        <p:nvSpPr>
          <p:cNvPr id="3" name="Text Placeholder 2"/>
          <p:cNvSpPr>
            <a:spLocks noGrp="1"/>
          </p:cNvSpPr>
          <p:nvPr>
            <p:ph type="body" sz="quarter" idx="14"/>
          </p:nvPr>
        </p:nvSpPr>
        <p:spPr/>
        <p:txBody>
          <a:bodyPr/>
          <a:lstStyle/>
          <a:p>
            <a:r>
              <a:t>A plug-and-play data logger for SERVO ventilators</a:t>
            </a:r>
          </a:p>
        </p:txBody>
      </p:sp>
      <p:sp>
        <p:nvSpPr>
          <p:cNvPr id="4" name="Content Placeholder 3"/>
          <p:cNvSpPr>
            <a:spLocks noGrp="1"/>
          </p:cNvSpPr>
          <p:nvPr>
            <p:ph sz="quarter" idx="18"/>
          </p:nvPr>
        </p:nvSpPr>
        <p:spPr/>
        <p:txBody>
          <a:bodyPr/>
          <a:lstStyle/>
          <a:p>
            <a:r>
              <a:t>Small, self-contained device — no hospital network or IT integration needed</a:t>
            </a:r>
          </a:p>
          <a:p>
            <a:r>
              <a:t>Connects directly to the ventilator’s CIE port</a:t>
            </a:r>
          </a:p>
          <a:p>
            <a:r>
              <a:t>Automatically records breath-by-breath data, settings, and waveforms to SD card</a:t>
            </a:r>
          </a:p>
          <a:p>
            <a:r>
              <a:t>Built-in colour display shows live status at a glance</a:t>
            </a:r>
          </a:p>
          <a:p>
            <a:r>
              <a:t>Built-in WiFi lets you download data from your phone or laptop</a:t>
            </a:r>
          </a:p>
        </p:txBody>
      </p:sp>
      <p:pic>
        <p:nvPicPr>
          <p:cNvPr id="5" name="Content Placeholder 8" descr="A blue symbol of a baby and lungs&#10;&#10;AI-generated content may be incorrect.">
            <a:extLst>
              <a:ext uri="{FF2B5EF4-FFF2-40B4-BE49-F238E27FC236}">
                <a16:creationId xmlns:a16="http://schemas.microsoft.com/office/drawing/2014/main" id="{7A807E87-1A16-9DC2-0ABA-67063D85632B}"/>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dirty="0"/>
              <a:t>Step 1 — Plug in</a:t>
            </a:r>
          </a:p>
          <a:p>
            <a:pPr lvl="1"/>
            <a:r>
              <a:rPr dirty="0"/>
              <a:t>Connect </a:t>
            </a:r>
            <a:r>
              <a:rPr dirty="0" err="1"/>
              <a:t>LundaLoggern</a:t>
            </a:r>
            <a:r>
              <a:rPr dirty="0"/>
              <a:t> to the ventilator’s CIE port</a:t>
            </a:r>
            <a:endParaRPr lang="sv-SE" dirty="0"/>
          </a:p>
          <a:p>
            <a:pPr lvl="1"/>
            <a:r>
              <a:rPr lang="sv-SE" dirty="0"/>
              <a:t>Data </a:t>
            </a:r>
            <a:r>
              <a:rPr lang="sv-SE" dirty="0" err="1"/>
              <a:t>collection</a:t>
            </a:r>
            <a:r>
              <a:rPr lang="sv-SE" dirty="0"/>
              <a:t> </a:t>
            </a:r>
            <a:r>
              <a:rPr lang="sv-SE" dirty="0" err="1"/>
              <a:t>configuration</a:t>
            </a:r>
            <a:r>
              <a:rPr lang="sv-SE" dirty="0"/>
              <a:t> </a:t>
            </a:r>
            <a:r>
              <a:rPr lang="sv-SE" dirty="0" err="1"/>
              <a:t>can</a:t>
            </a:r>
            <a:r>
              <a:rPr lang="sv-SE" dirty="0"/>
              <a:t> be </a:t>
            </a:r>
            <a:r>
              <a:rPr lang="sv-SE" dirty="0" err="1"/>
              <a:t>made</a:t>
            </a:r>
            <a:r>
              <a:rPr lang="sv-SE" dirty="0"/>
              <a:t> off-line</a:t>
            </a:r>
            <a:endParaRPr dirty="0"/>
          </a:p>
          <a:p>
            <a:r>
              <a:rPr b="1" dirty="0"/>
              <a:t>Step 2 — Auto-detect</a:t>
            </a:r>
          </a:p>
          <a:p>
            <a:pPr lvl="1"/>
            <a:r>
              <a:rPr dirty="0"/>
              <a:t>The device identifies the ventilator and starts logging immediately</a:t>
            </a:r>
          </a:p>
          <a:p>
            <a:r>
              <a:rPr b="1" dirty="0"/>
              <a:t>Step 3 — Enable </a:t>
            </a:r>
            <a:r>
              <a:rPr b="1" dirty="0" err="1"/>
              <a:t>WiFi</a:t>
            </a:r>
            <a:endParaRPr b="1" dirty="0"/>
          </a:p>
          <a:p>
            <a:pPr lvl="1"/>
            <a:r>
              <a:rPr dirty="0"/>
              <a:t>Press the button and scan the QR code on the display</a:t>
            </a:r>
          </a:p>
          <a:p>
            <a:r>
              <a:rPr b="1" dirty="0"/>
              <a:t>Step 4 — Download</a:t>
            </a:r>
          </a:p>
          <a:p>
            <a:pPr lvl="1"/>
            <a:r>
              <a:rPr dirty="0"/>
              <a:t>Open the web dashboard on your phone or laptop to review and download data files</a:t>
            </a:r>
          </a:p>
        </p:txBody>
      </p:sp>
      <p:sp>
        <p:nvSpPr>
          <p:cNvPr id="3" name="Title 2"/>
          <p:cNvSpPr>
            <a:spLocks noGrp="1"/>
          </p:cNvSpPr>
          <p:nvPr>
            <p:ph type="title"/>
          </p:nvPr>
        </p:nvSpPr>
        <p:spPr/>
        <p:txBody>
          <a:bodyPr/>
          <a:lstStyle/>
          <a:p>
            <a:r>
              <a:t>How It Works</a:t>
            </a:r>
          </a:p>
        </p:txBody>
      </p:sp>
      <p:sp>
        <p:nvSpPr>
          <p:cNvPr id="4" name="Text Placeholder 3"/>
          <p:cNvSpPr>
            <a:spLocks noGrp="1"/>
          </p:cNvSpPr>
          <p:nvPr>
            <p:ph type="body" sz="quarter" idx="14"/>
          </p:nvPr>
        </p:nvSpPr>
        <p:spPr/>
        <p:txBody>
          <a:bodyPr/>
          <a:lstStyle/>
          <a:p>
            <a:r>
              <a:t>Four simple steps — no training required</a:t>
            </a:r>
          </a:p>
        </p:txBody>
      </p:sp>
      <p:pic>
        <p:nvPicPr>
          <p:cNvPr id="5" name="Content Placeholder 8" descr="A blue symbol of a baby and lungs&#10;&#10;AI-generated content may be incorrect.">
            <a:extLst>
              <a:ext uri="{FF2B5EF4-FFF2-40B4-BE49-F238E27FC236}">
                <a16:creationId xmlns:a16="http://schemas.microsoft.com/office/drawing/2014/main" id="{A1270DA1-D129-7FAD-0024-337AE131EAE0}"/>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Gets Logged</a:t>
            </a:r>
          </a:p>
        </p:txBody>
      </p:sp>
      <p:sp>
        <p:nvSpPr>
          <p:cNvPr id="3" name="Text Placeholder 2"/>
          <p:cNvSpPr>
            <a:spLocks noGrp="1"/>
          </p:cNvSpPr>
          <p:nvPr>
            <p:ph type="body" sz="quarter" idx="14"/>
          </p:nvPr>
        </p:nvSpPr>
        <p:spPr/>
        <p:txBody>
          <a:bodyPr/>
          <a:lstStyle/>
          <a:p>
            <a:r>
              <a:t>Comprehensive, configurable data capture</a:t>
            </a:r>
          </a:p>
        </p:txBody>
      </p:sp>
      <p:sp>
        <p:nvSpPr>
          <p:cNvPr id="4" name="Content Placeholder 3"/>
          <p:cNvSpPr>
            <a:spLocks noGrp="1"/>
          </p:cNvSpPr>
          <p:nvPr>
            <p:ph sz="quarter" idx="18"/>
          </p:nvPr>
        </p:nvSpPr>
        <p:spPr/>
        <p:txBody>
          <a:bodyPr/>
          <a:lstStyle/>
          <a:p>
            <a:r>
              <a:rPr b="1" dirty="0"/>
              <a:t>Breath metrics</a:t>
            </a:r>
          </a:p>
          <a:p>
            <a:pPr lvl="1"/>
            <a:r>
              <a:rPr dirty="0"/>
              <a:t>Tidal volume, respiratory rate, minute ventilation, </a:t>
            </a:r>
            <a:r>
              <a:rPr dirty="0" err="1"/>
              <a:t>FiO</a:t>
            </a:r>
            <a:r>
              <a:rPr dirty="0"/>
              <a:t>₂, PEEP, peak pressure, and more</a:t>
            </a:r>
          </a:p>
          <a:p>
            <a:r>
              <a:rPr b="1" dirty="0"/>
              <a:t>Ventilator settings</a:t>
            </a:r>
          </a:p>
          <a:p>
            <a:pPr lvl="1"/>
            <a:r>
              <a:rPr dirty="0"/>
              <a:t>Mode, patient category, compliance compensation, I:E ratio</a:t>
            </a:r>
          </a:p>
          <a:p>
            <a:r>
              <a:rPr b="1" dirty="0"/>
              <a:t>Waveforms</a:t>
            </a:r>
          </a:p>
          <a:p>
            <a:pPr lvl="1"/>
            <a:r>
              <a:rPr dirty="0"/>
              <a:t>Flow, airway pressure, volume, CO₂, Edi — fully configurable</a:t>
            </a:r>
          </a:p>
          <a:p>
            <a:r>
              <a:rPr dirty="0"/>
              <a:t>All data timestamped automatically using the ventilator’s own clock</a:t>
            </a:r>
          </a:p>
          <a:p>
            <a:r>
              <a:rPr dirty="0"/>
              <a:t>Choose which parameters to track via simple text files on the SD card</a:t>
            </a:r>
          </a:p>
        </p:txBody>
      </p:sp>
      <p:pic>
        <p:nvPicPr>
          <p:cNvPr id="5" name="Content Placeholder 8" descr="A blue symbol of a baby and lungs&#10;&#10;AI-generated content may be incorrect.">
            <a:extLst>
              <a:ext uri="{FF2B5EF4-FFF2-40B4-BE49-F238E27FC236}">
                <a16:creationId xmlns:a16="http://schemas.microsoft.com/office/drawing/2014/main" id="{5F6370BC-5678-F3AB-F4AB-E784505748C5}"/>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Features &amp; Benefits</a:t>
            </a:r>
          </a:p>
        </p:txBody>
      </p:sp>
      <p:sp>
        <p:nvSpPr>
          <p:cNvPr id="3" name="Text Placeholder 2"/>
          <p:cNvSpPr>
            <a:spLocks noGrp="1"/>
          </p:cNvSpPr>
          <p:nvPr>
            <p:ph type="body" sz="quarter" idx="14"/>
          </p:nvPr>
        </p:nvSpPr>
        <p:spPr/>
        <p:txBody>
          <a:bodyPr/>
          <a:lstStyle/>
          <a:p>
            <a:r>
              <a:t>Designed for simplicity, privacy, and portability</a:t>
            </a:r>
          </a:p>
        </p:txBody>
      </p:sp>
      <p:sp>
        <p:nvSpPr>
          <p:cNvPr id="4" name="Content Placeholder 3"/>
          <p:cNvSpPr>
            <a:spLocks noGrp="1"/>
          </p:cNvSpPr>
          <p:nvPr>
            <p:ph sz="quarter" idx="19"/>
          </p:nvPr>
        </p:nvSpPr>
        <p:spPr/>
        <p:txBody>
          <a:bodyPr/>
          <a:lstStyle/>
          <a:p>
            <a:r>
              <a:rPr b="1" dirty="0"/>
              <a:t>Plug-and-play</a:t>
            </a:r>
          </a:p>
          <a:p>
            <a:pPr lvl="1"/>
            <a:r>
              <a:rPr dirty="0"/>
              <a:t>No setup, training, or IT support needed</a:t>
            </a:r>
          </a:p>
          <a:p>
            <a:r>
              <a:rPr b="1" dirty="0" err="1"/>
              <a:t>WiFi</a:t>
            </a:r>
            <a:r>
              <a:rPr b="1" dirty="0"/>
              <a:t> off by default</a:t>
            </a:r>
          </a:p>
          <a:p>
            <a:pPr lvl="1"/>
            <a:r>
              <a:rPr dirty="0" err="1"/>
              <a:t>Minimises</a:t>
            </a:r>
            <a:r>
              <a:rPr dirty="0"/>
              <a:t> RF interference in the ICU</a:t>
            </a:r>
            <a:endParaRPr lang="sv-SE" dirty="0"/>
          </a:p>
          <a:p>
            <a:pPr lvl="1"/>
            <a:r>
              <a:rPr lang="sv-SE" dirty="0"/>
              <a:t>Connection </a:t>
            </a:r>
            <a:r>
              <a:rPr lang="sv-SE" dirty="0" err="1"/>
              <a:t>possible</a:t>
            </a:r>
            <a:r>
              <a:rPr lang="sv-SE" dirty="0"/>
              <a:t> </a:t>
            </a:r>
            <a:r>
              <a:rPr lang="sv-SE" dirty="0" err="1"/>
              <a:t>only</a:t>
            </a:r>
            <a:r>
              <a:rPr lang="sv-SE" dirty="0"/>
              <a:t> </a:t>
            </a:r>
            <a:r>
              <a:rPr lang="sv-SE" dirty="0" err="1"/>
              <a:t>when</a:t>
            </a:r>
            <a:r>
              <a:rPr lang="sv-SE" dirty="0"/>
              <a:t> </a:t>
            </a:r>
            <a:r>
              <a:rPr lang="sv-SE" dirty="0" err="1"/>
              <a:t>requested</a:t>
            </a:r>
            <a:endParaRPr dirty="0"/>
          </a:p>
          <a:p>
            <a:r>
              <a:rPr b="1" dirty="0"/>
              <a:t>Portable &amp; compact</a:t>
            </a:r>
          </a:p>
          <a:p>
            <a:pPr lvl="1"/>
            <a:r>
              <a:rPr dirty="0"/>
              <a:t>Fits in a pocket; move between ventilators</a:t>
            </a:r>
          </a:p>
          <a:p>
            <a:r>
              <a:rPr b="1" dirty="0"/>
              <a:t>SD card storage</a:t>
            </a:r>
          </a:p>
          <a:p>
            <a:pPr lvl="1"/>
            <a:r>
              <a:rPr dirty="0"/>
              <a:t>Standard, removable, unlimited capacity</a:t>
            </a:r>
          </a:p>
        </p:txBody>
      </p:sp>
      <p:sp>
        <p:nvSpPr>
          <p:cNvPr id="5" name="Content Placeholder 4"/>
          <p:cNvSpPr>
            <a:spLocks noGrp="1"/>
          </p:cNvSpPr>
          <p:nvPr>
            <p:ph sz="quarter" idx="20"/>
          </p:nvPr>
        </p:nvSpPr>
        <p:spPr/>
        <p:txBody>
          <a:bodyPr/>
          <a:lstStyle/>
          <a:p>
            <a:r>
              <a:rPr b="1"/>
              <a:t>QR code connectivity</a:t>
            </a:r>
          </a:p>
          <a:p>
            <a:pPr lvl="1"/>
            <a:r>
              <a:t>Connect to WiFi in seconds</a:t>
            </a:r>
          </a:p>
          <a:p>
            <a:r>
              <a:rPr b="1"/>
              <a:t>Configurable logging</a:t>
            </a:r>
          </a:p>
          <a:p>
            <a:pPr lvl="1"/>
            <a:r>
              <a:t>Adapt to research or clinical needs</a:t>
            </a:r>
          </a:p>
          <a:p>
            <a:r>
              <a:rPr b="1"/>
              <a:t>Live display</a:t>
            </a:r>
          </a:p>
          <a:p>
            <a:pPr lvl="1"/>
            <a:r>
              <a:t>Connection status, ventilator ID, timestamps</a:t>
            </a:r>
          </a:p>
          <a:p>
            <a:r>
              <a:rPr b="1"/>
              <a:t>No cloud dependency</a:t>
            </a:r>
          </a:p>
          <a:p>
            <a:pPr lvl="1"/>
            <a:r>
              <a:t>Data stays local — patient privacy ensured</a:t>
            </a:r>
          </a:p>
        </p:txBody>
      </p:sp>
      <p:pic>
        <p:nvPicPr>
          <p:cNvPr id="6" name="Content Placeholder 8" descr="A blue symbol of a baby and lungs&#10;&#10;AI-generated content may be incorrect.">
            <a:extLst>
              <a:ext uri="{FF2B5EF4-FFF2-40B4-BE49-F238E27FC236}">
                <a16:creationId xmlns:a16="http://schemas.microsoft.com/office/drawing/2014/main" id="{AD3AD3CB-4F80-F42B-DE65-4A23D6E84D37}"/>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Target Markets &amp; Use Cases</a:t>
            </a:r>
          </a:p>
        </p:txBody>
      </p:sp>
      <p:sp>
        <p:nvSpPr>
          <p:cNvPr id="3" name="Text Placeholder 2"/>
          <p:cNvSpPr>
            <a:spLocks noGrp="1"/>
          </p:cNvSpPr>
          <p:nvPr>
            <p:ph type="body" sz="quarter" idx="14"/>
          </p:nvPr>
        </p:nvSpPr>
        <p:spPr/>
        <p:txBody>
          <a:bodyPr/>
          <a:lstStyle/>
          <a:p>
            <a:endParaRPr/>
          </a:p>
        </p:txBody>
      </p:sp>
      <p:sp>
        <p:nvSpPr>
          <p:cNvPr id="4" name="Content Placeholder 3"/>
          <p:cNvSpPr>
            <a:spLocks noGrp="1"/>
          </p:cNvSpPr>
          <p:nvPr>
            <p:ph sz="quarter" idx="19"/>
          </p:nvPr>
        </p:nvSpPr>
        <p:spPr/>
        <p:txBody>
          <a:bodyPr/>
          <a:lstStyle/>
          <a:p>
            <a:r>
              <a:rPr b="1"/>
              <a:t>Clinical / Neonatal ICU</a:t>
            </a:r>
          </a:p>
          <a:p>
            <a:pPr lvl="1"/>
            <a:r>
              <a:t>Continuous monitoring for quality assurance</a:t>
            </a:r>
          </a:p>
          <a:p>
            <a:pPr lvl="1"/>
            <a:r>
              <a:t>Research data collection during clinical studies</a:t>
            </a:r>
          </a:p>
          <a:p>
            <a:r>
              <a:rPr b="1"/>
              <a:t>Biomedical Engineering</a:t>
            </a:r>
          </a:p>
          <a:p>
            <a:pPr lvl="1"/>
            <a:r>
              <a:t>Performance verification and troubleshooting</a:t>
            </a:r>
          </a:p>
          <a:p>
            <a:pPr lvl="1"/>
            <a:r>
              <a:t>Long-term trend analysis during service calls</a:t>
            </a:r>
          </a:p>
        </p:txBody>
      </p:sp>
      <p:sp>
        <p:nvSpPr>
          <p:cNvPr id="5" name="Content Placeholder 4"/>
          <p:cNvSpPr>
            <a:spLocks noGrp="1"/>
          </p:cNvSpPr>
          <p:nvPr>
            <p:ph sz="quarter" idx="20"/>
          </p:nvPr>
        </p:nvSpPr>
        <p:spPr/>
        <p:txBody>
          <a:bodyPr/>
          <a:lstStyle/>
          <a:p>
            <a:r>
              <a:rPr b="1"/>
              <a:t>Medical Device R&amp;D</a:t>
            </a:r>
          </a:p>
          <a:p>
            <a:pPr lvl="1"/>
            <a:r>
              <a:t>Bench testing and field validation of prototypes</a:t>
            </a:r>
          </a:p>
          <a:p>
            <a:pPr lvl="1"/>
            <a:r>
              <a:t>Rapid data capture without proprietary software</a:t>
            </a:r>
          </a:p>
          <a:p>
            <a:r>
              <a:rPr b="1"/>
              <a:t>Education &amp; Training</a:t>
            </a:r>
          </a:p>
          <a:p>
            <a:pPr lvl="1"/>
            <a:r>
              <a:t>Teaching tool for respiratory therapy programs</a:t>
            </a:r>
          </a:p>
          <a:p>
            <a:pPr lvl="1"/>
            <a:r>
              <a:t>Live data demonstration during training sessions</a:t>
            </a:r>
          </a:p>
        </p:txBody>
      </p:sp>
      <p:pic>
        <p:nvPicPr>
          <p:cNvPr id="6" name="Content Placeholder 8" descr="A blue symbol of a baby and lungs&#10;&#10;AI-generated content may be incorrect.">
            <a:extLst>
              <a:ext uri="{FF2B5EF4-FFF2-40B4-BE49-F238E27FC236}">
                <a16:creationId xmlns:a16="http://schemas.microsoft.com/office/drawing/2014/main" id="{4DFEA668-4B1C-801D-692B-863FC00905F4}"/>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No recurring costs</a:t>
            </a:r>
          </a:p>
          <a:p>
            <a:pPr lvl="1"/>
            <a:r>
              <a:t>No licenses, subscriptions, or cloud fees</a:t>
            </a:r>
          </a:p>
          <a:p>
            <a:r>
              <a:rPr b="1"/>
              <a:t>Vendor-independent data</a:t>
            </a:r>
          </a:p>
          <a:p>
            <a:pPr lvl="1"/>
            <a:r>
              <a:t>Plain text files — open and portable</a:t>
            </a:r>
          </a:p>
          <a:p>
            <a:r>
              <a:rPr b="1"/>
              <a:t>No hospital IT involvement</a:t>
            </a:r>
          </a:p>
          <a:p>
            <a:pPr lvl="1"/>
            <a:r>
              <a:t>Standalone device with its own WiFi access point</a:t>
            </a:r>
          </a:p>
          <a:p>
            <a:r>
              <a:rPr b="1"/>
              <a:t>Privacy by design</a:t>
            </a:r>
          </a:p>
          <a:p>
            <a:pPr lvl="1"/>
            <a:r>
              <a:t>Data never leaves the device unless the user downloads it</a:t>
            </a:r>
          </a:p>
          <a:p>
            <a:r>
              <a:rPr b="1"/>
              <a:t>Low-cost hardware</a:t>
            </a:r>
          </a:p>
          <a:p>
            <a:pPr lvl="1"/>
            <a:r>
              <a:t>Built on the widely available ESP32-S3 platform</a:t>
            </a:r>
          </a:p>
          <a:p>
            <a:r>
              <a:rPr b="1"/>
              <a:t>Fast deployment</a:t>
            </a:r>
          </a:p>
          <a:p>
            <a:pPr lvl="1"/>
            <a:r>
              <a:t>Working in under a minute, zero configuration required</a:t>
            </a:r>
          </a:p>
        </p:txBody>
      </p:sp>
      <p:sp>
        <p:nvSpPr>
          <p:cNvPr id="3" name="Title 2"/>
          <p:cNvSpPr>
            <a:spLocks noGrp="1"/>
          </p:cNvSpPr>
          <p:nvPr>
            <p:ph type="title"/>
          </p:nvPr>
        </p:nvSpPr>
        <p:spPr/>
        <p:txBody>
          <a:bodyPr/>
          <a:lstStyle/>
          <a:p>
            <a:r>
              <a:t>Competitive Advantages</a:t>
            </a:r>
          </a:p>
        </p:txBody>
      </p:sp>
      <p:sp>
        <p:nvSpPr>
          <p:cNvPr id="4" name="Text Placeholder 3"/>
          <p:cNvSpPr>
            <a:spLocks noGrp="1"/>
          </p:cNvSpPr>
          <p:nvPr>
            <p:ph type="body" sz="quarter" idx="14"/>
          </p:nvPr>
        </p:nvSpPr>
        <p:spPr/>
        <p:txBody>
          <a:bodyPr/>
          <a:lstStyle/>
          <a:p>
            <a:r>
              <a:t>Why LundaLoggern stands out</a:t>
            </a:r>
          </a:p>
        </p:txBody>
      </p:sp>
      <p:pic>
        <p:nvPicPr>
          <p:cNvPr id="5" name="Content Placeholder 8" descr="A blue symbol of a baby and lungs&#10;&#10;AI-generated content may be incorrect.">
            <a:extLst>
              <a:ext uri="{FF2B5EF4-FFF2-40B4-BE49-F238E27FC236}">
                <a16:creationId xmlns:a16="http://schemas.microsoft.com/office/drawing/2014/main" id="{B7589293-2D4C-9134-747B-150BEE735FA2}"/>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Product Demo</a:t>
            </a:r>
          </a:p>
        </p:txBody>
      </p:sp>
      <p:sp>
        <p:nvSpPr>
          <p:cNvPr id="3" name="Text Placeholder 2"/>
          <p:cNvSpPr>
            <a:spLocks noGrp="1"/>
          </p:cNvSpPr>
          <p:nvPr>
            <p:ph type="body" sz="quarter" idx="14"/>
          </p:nvPr>
        </p:nvSpPr>
        <p:spPr/>
        <p:txBody>
          <a:bodyPr/>
          <a:lstStyle/>
          <a:p>
            <a:r>
              <a:t>What you see on the device and on your phone</a:t>
            </a:r>
          </a:p>
        </p:txBody>
      </p:sp>
      <p:sp>
        <p:nvSpPr>
          <p:cNvPr id="4" name="Content Placeholder 3"/>
          <p:cNvSpPr>
            <a:spLocks noGrp="1"/>
          </p:cNvSpPr>
          <p:nvPr>
            <p:ph sz="quarter" idx="18"/>
          </p:nvPr>
        </p:nvSpPr>
        <p:spPr/>
        <p:txBody>
          <a:bodyPr/>
          <a:lstStyle/>
          <a:p>
            <a:r>
              <a:rPr b="1" dirty="0"/>
              <a:t>TFT display shows:</a:t>
            </a:r>
          </a:p>
          <a:p>
            <a:pPr lvl="1"/>
            <a:r>
              <a:rPr dirty="0"/>
              <a:t>Ventilator type and serial number</a:t>
            </a:r>
          </a:p>
          <a:p>
            <a:pPr lvl="1"/>
            <a:r>
              <a:rPr dirty="0"/>
              <a:t>SD card and COM status indicators</a:t>
            </a:r>
          </a:p>
          <a:p>
            <a:pPr lvl="1"/>
            <a:r>
              <a:rPr dirty="0" err="1"/>
              <a:t>WiFi</a:t>
            </a:r>
            <a:r>
              <a:rPr dirty="0"/>
              <a:t> IP address and QR code</a:t>
            </a:r>
          </a:p>
          <a:p>
            <a:r>
              <a:rPr b="1" dirty="0"/>
              <a:t>Web dashboard on any device:</a:t>
            </a:r>
          </a:p>
          <a:p>
            <a:pPr lvl="1"/>
            <a:r>
              <a:rPr dirty="0"/>
              <a:t>File listing with timestamps</a:t>
            </a:r>
          </a:p>
          <a:p>
            <a:pPr lvl="1"/>
            <a:r>
              <a:rPr dirty="0"/>
              <a:t>One-tap download and delete</a:t>
            </a:r>
          </a:p>
          <a:p>
            <a:pPr lvl="1"/>
            <a:r>
              <a:rPr dirty="0"/>
              <a:t>Configuration viewer</a:t>
            </a:r>
            <a:endParaRPr lang="sv-SE" dirty="0"/>
          </a:p>
          <a:p>
            <a:r>
              <a:rPr lang="sv-SE" b="1" dirty="0"/>
              <a:t>SERVO Log Viewer</a:t>
            </a:r>
          </a:p>
          <a:p>
            <a:pPr lvl="1"/>
            <a:r>
              <a:rPr lang="en-US" dirty="0"/>
              <a:t>Device independent </a:t>
            </a:r>
            <a:r>
              <a:rPr lang="en-US"/>
              <a:t>data viewer</a:t>
            </a:r>
            <a:endParaRPr lang="en-US" dirty="0"/>
          </a:p>
          <a:p>
            <a:endParaRPr dirty="0"/>
          </a:p>
        </p:txBody>
      </p:sp>
      <p:pic>
        <p:nvPicPr>
          <p:cNvPr id="5" name="Content Placeholder 8" descr="A blue symbol of a baby and lungs&#10;&#10;AI-generated content may be incorrect.">
            <a:extLst>
              <a:ext uri="{FF2B5EF4-FFF2-40B4-BE49-F238E27FC236}">
                <a16:creationId xmlns:a16="http://schemas.microsoft.com/office/drawing/2014/main" id="{DC3D18DB-5473-22E2-D01A-91DE1B14AF2B}"/>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dirty="0"/>
              <a:t>Hardware</a:t>
            </a:r>
          </a:p>
          <a:p>
            <a:pPr lvl="1"/>
            <a:r>
              <a:rPr dirty="0"/>
              <a:t>LilyGo T-Display S3 (ESP32-S3), SD card reader, RS232 interface</a:t>
            </a:r>
          </a:p>
          <a:p>
            <a:r>
              <a:rPr b="1" dirty="0"/>
              <a:t>Display</a:t>
            </a:r>
          </a:p>
          <a:p>
            <a:pPr lvl="1"/>
            <a:r>
              <a:rPr dirty="0"/>
              <a:t>320 × 170 </a:t>
            </a:r>
            <a:r>
              <a:rPr dirty="0" err="1"/>
              <a:t>px</a:t>
            </a:r>
            <a:r>
              <a:rPr dirty="0"/>
              <a:t> </a:t>
            </a:r>
            <a:r>
              <a:rPr dirty="0" err="1"/>
              <a:t>colour</a:t>
            </a:r>
            <a:r>
              <a:rPr dirty="0"/>
              <a:t> TFT</a:t>
            </a:r>
          </a:p>
          <a:p>
            <a:r>
              <a:rPr b="1" dirty="0"/>
              <a:t>Connectivity</a:t>
            </a:r>
          </a:p>
          <a:p>
            <a:pPr lvl="1"/>
            <a:r>
              <a:rPr dirty="0" err="1"/>
              <a:t>WiFi</a:t>
            </a:r>
            <a:r>
              <a:rPr dirty="0"/>
              <a:t> access point — no internet needed</a:t>
            </a:r>
          </a:p>
          <a:p>
            <a:r>
              <a:rPr b="1" dirty="0"/>
              <a:t>Protocol</a:t>
            </a:r>
          </a:p>
          <a:p>
            <a:pPr lvl="1"/>
            <a:r>
              <a:rPr dirty="0"/>
              <a:t>SERVO CIE interface (standard on all SERVO ventilators)</a:t>
            </a:r>
          </a:p>
          <a:p>
            <a:r>
              <a:rPr b="1" dirty="0"/>
              <a:t>Power</a:t>
            </a:r>
          </a:p>
          <a:p>
            <a:pPr lvl="1"/>
            <a:r>
              <a:rPr dirty="0"/>
              <a:t>USB-C — can be powered from the ventilator’s USB port</a:t>
            </a:r>
            <a:endParaRPr lang="sv-SE" dirty="0"/>
          </a:p>
          <a:p>
            <a:pPr lvl="1"/>
            <a:r>
              <a:rPr lang="sv-SE" dirty="0" err="1"/>
              <a:t>Uses</a:t>
            </a:r>
            <a:r>
              <a:rPr lang="sv-SE" dirty="0"/>
              <a:t> </a:t>
            </a:r>
            <a:r>
              <a:rPr lang="sv-SE" dirty="0" err="1"/>
              <a:t>power</a:t>
            </a:r>
            <a:r>
              <a:rPr lang="sv-SE" dirty="0"/>
              <a:t> </a:t>
            </a:r>
            <a:r>
              <a:rPr lang="sv-SE" dirty="0" err="1"/>
              <a:t>only</a:t>
            </a:r>
            <a:r>
              <a:rPr lang="sv-SE" dirty="0"/>
              <a:t> USB </a:t>
            </a:r>
            <a:r>
              <a:rPr lang="sv-SE" dirty="0" err="1"/>
              <a:t>cable</a:t>
            </a:r>
            <a:r>
              <a:rPr lang="sv-SE" dirty="0"/>
              <a:t>, i.e. no </a:t>
            </a:r>
            <a:r>
              <a:rPr lang="sv-SE" dirty="0" err="1"/>
              <a:t>communication</a:t>
            </a:r>
            <a:r>
              <a:rPr lang="sv-SE" dirty="0"/>
              <a:t> to ventilator Panel</a:t>
            </a:r>
            <a:endParaRPr dirty="0"/>
          </a:p>
          <a:p>
            <a:r>
              <a:rPr b="1" dirty="0"/>
              <a:t>Software</a:t>
            </a:r>
          </a:p>
          <a:p>
            <a:pPr lvl="1"/>
            <a:r>
              <a:rPr dirty="0"/>
              <a:t>Open-source Arduino / </a:t>
            </a:r>
            <a:r>
              <a:rPr dirty="0" err="1"/>
              <a:t>PlatformIO</a:t>
            </a:r>
            <a:r>
              <a:rPr dirty="0"/>
              <a:t> firmware</a:t>
            </a:r>
          </a:p>
        </p:txBody>
      </p:sp>
      <p:sp>
        <p:nvSpPr>
          <p:cNvPr id="3" name="Title 2"/>
          <p:cNvSpPr>
            <a:spLocks noGrp="1"/>
          </p:cNvSpPr>
          <p:nvPr>
            <p:ph type="title"/>
          </p:nvPr>
        </p:nvSpPr>
        <p:spPr/>
        <p:txBody>
          <a:bodyPr/>
          <a:lstStyle/>
          <a:p>
            <a:r>
              <a:t>Technical Snapshot</a:t>
            </a:r>
          </a:p>
        </p:txBody>
      </p:sp>
      <p:sp>
        <p:nvSpPr>
          <p:cNvPr id="4" name="Text Placeholder 3"/>
          <p:cNvSpPr>
            <a:spLocks noGrp="1"/>
          </p:cNvSpPr>
          <p:nvPr>
            <p:ph type="body" sz="quarter" idx="14"/>
          </p:nvPr>
        </p:nvSpPr>
        <p:spPr/>
        <p:txBody>
          <a:bodyPr/>
          <a:lstStyle/>
          <a:p>
            <a:r>
              <a:t>Quick reference — key specs at a glance</a:t>
            </a:r>
          </a:p>
        </p:txBody>
      </p:sp>
      <p:pic>
        <p:nvPicPr>
          <p:cNvPr id="5" name="Content Placeholder 8" descr="A blue symbol of a baby and lungs&#10;&#10;AI-generated content may be incorrect.">
            <a:extLst>
              <a:ext uri="{FF2B5EF4-FFF2-40B4-BE49-F238E27FC236}">
                <a16:creationId xmlns:a16="http://schemas.microsoft.com/office/drawing/2014/main" id="{57299151-9E98-3F83-8301-96506C4FB635}"/>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Roadmap</a:t>
            </a:r>
          </a:p>
        </p:txBody>
      </p:sp>
      <p:sp>
        <p:nvSpPr>
          <p:cNvPr id="3" name="Text Placeholder 2"/>
          <p:cNvSpPr>
            <a:spLocks noGrp="1"/>
          </p:cNvSpPr>
          <p:nvPr>
            <p:ph type="body" sz="quarter" idx="14"/>
          </p:nvPr>
        </p:nvSpPr>
        <p:spPr/>
        <p:txBody>
          <a:bodyPr/>
          <a:lstStyle/>
          <a:p>
            <a:r>
              <a:t>Future possibilities</a:t>
            </a:r>
          </a:p>
        </p:txBody>
      </p:sp>
      <p:sp>
        <p:nvSpPr>
          <p:cNvPr id="4" name="Content Placeholder 3"/>
          <p:cNvSpPr>
            <a:spLocks noGrp="1"/>
          </p:cNvSpPr>
          <p:nvPr>
            <p:ph sz="quarter" idx="18"/>
          </p:nvPr>
        </p:nvSpPr>
        <p:spPr/>
        <p:txBody>
          <a:bodyPr/>
          <a:lstStyle/>
          <a:p>
            <a:r>
              <a:t>WiFi auto-shutoff after 5 minutes of inactivity</a:t>
            </a:r>
          </a:p>
          <a:p>
            <a:r>
              <a:t>Bluetooth connectivity for direct mobile app integration</a:t>
            </a:r>
          </a:p>
          <a:p>
            <a:r>
              <a:t>Multi-ventilator support — expand beyond SERVO to other brands</a:t>
            </a:r>
          </a:p>
          <a:p>
            <a:r>
              <a:t>Cloud sync option (opt-in) for centralized research data collection</a:t>
            </a:r>
          </a:p>
          <a:p>
            <a:r>
              <a:t>Real-time trend graphs on the web dashboard</a:t>
            </a:r>
          </a:p>
          <a:p>
            <a:r>
              <a:t>Battery operation for transport and ambulance use</a:t>
            </a:r>
          </a:p>
          <a:p>
            <a:r>
              <a:t>Regulatory pathway — CE marking / FDA clearance for clinical deployment</a:t>
            </a:r>
          </a:p>
        </p:txBody>
      </p:sp>
      <p:pic>
        <p:nvPicPr>
          <p:cNvPr id="5" name="Content Placeholder 8" descr="A blue symbol of a baby and lungs&#10;&#10;AI-generated content may be incorrect.">
            <a:extLst>
              <a:ext uri="{FF2B5EF4-FFF2-40B4-BE49-F238E27FC236}">
                <a16:creationId xmlns:a16="http://schemas.microsoft.com/office/drawing/2014/main" id="{738686F6-B65C-12E4-D64F-F1163B585279}"/>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8"/>
          </p:nvPr>
        </p:nvSpPr>
        <p:spPr/>
        <p:txBody>
          <a:bodyPr/>
          <a:lstStyle/>
          <a:p>
            <a:r>
              <a:rPr b="1"/>
              <a:t>What we need from marketing:</a:t>
            </a:r>
          </a:p>
          <a:p>
            <a:pPr lvl="1"/>
            <a:r>
              <a:t>Market sizing and customer segmentation feedback</a:t>
            </a:r>
          </a:p>
          <a:p>
            <a:pPr lvl="1"/>
            <a:r>
              <a:t>Input on branding, naming, and visual identity</a:t>
            </a:r>
          </a:p>
          <a:p>
            <a:pPr lvl="1"/>
            <a:r>
              <a:t>Channel strategy — direct sales, distributors, OEM partnerships?</a:t>
            </a:r>
          </a:p>
          <a:p>
            <a:pPr lvl="1"/>
            <a:r>
              <a:t>Pricing model validation</a:t>
            </a:r>
          </a:p>
        </p:txBody>
      </p:sp>
      <p:sp>
        <p:nvSpPr>
          <p:cNvPr id="3" name="Title 2"/>
          <p:cNvSpPr>
            <a:spLocks noGrp="1"/>
          </p:cNvSpPr>
          <p:nvPr>
            <p:ph type="title"/>
          </p:nvPr>
        </p:nvSpPr>
        <p:spPr/>
        <p:txBody>
          <a:bodyPr/>
          <a:lstStyle/>
          <a:p>
            <a:r>
              <a:t>Call to Action</a:t>
            </a:r>
          </a:p>
        </p:txBody>
      </p:sp>
      <p:sp>
        <p:nvSpPr>
          <p:cNvPr id="4" name="Text Placeholder 3"/>
          <p:cNvSpPr>
            <a:spLocks noGrp="1"/>
          </p:cNvSpPr>
          <p:nvPr>
            <p:ph type="body" sz="quarter" idx="14"/>
          </p:nvPr>
        </p:nvSpPr>
        <p:spPr/>
        <p:txBody>
          <a:bodyPr/>
          <a:lstStyle/>
          <a:p>
            <a:r>
              <a:t>“We have a working prototype — let’s bring it to market.”</a:t>
            </a:r>
          </a:p>
        </p:txBody>
      </p:sp>
      <p:pic>
        <p:nvPicPr>
          <p:cNvPr id="5" name="Content Placeholder 8" descr="A blue symbol of a baby and lungs&#10;&#10;AI-generated content may be incorrect.">
            <a:extLst>
              <a:ext uri="{FF2B5EF4-FFF2-40B4-BE49-F238E27FC236}">
                <a16:creationId xmlns:a16="http://schemas.microsoft.com/office/drawing/2014/main" id="{9DE57DCC-55FE-85CB-25A3-099FD572AEB4}"/>
              </a:ext>
            </a:extLst>
          </p:cNvPr>
          <p:cNvPicPr>
            <a:picLocks noChangeAspect="1"/>
          </p:cNvPicPr>
          <p:nvPr/>
        </p:nvPicPr>
        <p:blipFill>
          <a:blip r:embed="rId2">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 &amp; A</a:t>
            </a:r>
          </a:p>
        </p:txBody>
      </p:sp>
      <p:sp>
        <p:nvSpPr>
          <p:cNvPr id="3" name="Text Placeholder 2"/>
          <p:cNvSpPr>
            <a:spLocks noGrp="1"/>
          </p:cNvSpPr>
          <p:nvPr>
            <p:ph type="body" idx="1"/>
          </p:nvPr>
        </p:nvSpPr>
        <p:spPr/>
        <p:txBody>
          <a:bodyPr/>
          <a:lstStyle/>
          <a:p>
            <a:r>
              <a:t>Thank you!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A636E17-2894-4FD1-B668-562EC1D6424D}"/>
              </a:ext>
            </a:extLst>
          </p:cNvPr>
          <p:cNvSpPr>
            <a:spLocks noGrp="1"/>
          </p:cNvSpPr>
          <p:nvPr>
            <p:ph type="ftr" sz="quarter" idx="19"/>
          </p:nvPr>
        </p:nvSpPr>
        <p:spPr/>
        <p:txBody>
          <a:bodyPr/>
          <a:lstStyle/>
          <a:p>
            <a:r>
              <a:rPr lang="en-GB"/>
              <a:t>Presentation name</a:t>
            </a:r>
            <a:endParaRPr lang="en-GB" dirty="0"/>
          </a:p>
        </p:txBody>
      </p:sp>
      <p:sp>
        <p:nvSpPr>
          <p:cNvPr id="4" name="Slide Number Placeholder 3">
            <a:extLst>
              <a:ext uri="{FF2B5EF4-FFF2-40B4-BE49-F238E27FC236}">
                <a16:creationId xmlns:a16="http://schemas.microsoft.com/office/drawing/2014/main" id="{469C2B7D-BEC9-4E9C-B92D-18F787838AB5}"/>
              </a:ext>
            </a:extLst>
          </p:cNvPr>
          <p:cNvSpPr>
            <a:spLocks noGrp="1"/>
          </p:cNvSpPr>
          <p:nvPr>
            <p:ph type="sldNum" sz="quarter" idx="20"/>
          </p:nvPr>
        </p:nvSpPr>
        <p:spPr/>
        <p:txBody>
          <a:bodyPr/>
          <a:lstStyle/>
          <a:p>
            <a:r>
              <a:rPr lang="en-GB"/>
              <a:t>Page </a:t>
            </a:r>
            <a:fld id="{C2FE92B8-3297-49BF-866E-FDAA607BBC0B}" type="slidenum">
              <a:rPr lang="en-GB" smtClean="0"/>
              <a:pPr/>
              <a:t>14</a:t>
            </a:fld>
            <a:endParaRPr lang="en-GB" dirty="0"/>
          </a:p>
        </p:txBody>
      </p:sp>
    </p:spTree>
    <p:extLst>
      <p:ext uri="{BB962C8B-B14F-4D97-AF65-F5344CB8AC3E}">
        <p14:creationId xmlns:p14="http://schemas.microsoft.com/office/powerpoint/2010/main" val="232591983"/>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descr="A hand holding a device with a screen&#10;&#10;AI-generated content may be incorrect.">
            <a:extLst>
              <a:ext uri="{FF2B5EF4-FFF2-40B4-BE49-F238E27FC236}">
                <a16:creationId xmlns:a16="http://schemas.microsoft.com/office/drawing/2014/main" id="{0CACF70D-8500-C214-35B7-8F083982AD69}"/>
              </a:ext>
            </a:extLst>
          </p:cNvPr>
          <p:cNvPicPr>
            <a:picLocks noGrp="1" noChangeAspect="1"/>
          </p:cNvPicPr>
          <p:nvPr>
            <p:ph sz="quarter" idx="19"/>
          </p:nvPr>
        </p:nvPicPr>
        <p:blipFill>
          <a:blip r:embed="rId3">
            <a:extLst>
              <a:ext uri="{28A0092B-C50C-407E-A947-70E740481C1C}">
                <a14:useLocalDpi xmlns:a14="http://schemas.microsoft.com/office/drawing/2010/main" val="0"/>
              </a:ext>
            </a:extLst>
          </a:blip>
          <a:srcRect l="22662" t="32514" r="10342" b="23846"/>
          <a:stretch>
            <a:fillRect/>
          </a:stretch>
        </p:blipFill>
        <p:spPr>
          <a:xfrm>
            <a:off x="827902" y="1758926"/>
            <a:ext cx="4341609" cy="2121096"/>
          </a:xfrm>
        </p:spPr>
      </p:pic>
      <p:pic>
        <p:nvPicPr>
          <p:cNvPr id="9" name="Content Placeholder 8" descr="A blue symbol of a baby and lungs&#10;&#10;AI-generated content may be incorrect.">
            <a:extLst>
              <a:ext uri="{FF2B5EF4-FFF2-40B4-BE49-F238E27FC236}">
                <a16:creationId xmlns:a16="http://schemas.microsoft.com/office/drawing/2014/main" id="{FA38D36C-3E0E-AD71-AC43-C725C5CFB340}"/>
              </a:ext>
            </a:extLst>
          </p:cNvPr>
          <p:cNvPicPr>
            <a:picLocks noGrp="1" noChangeAspect="1"/>
          </p:cNvPicPr>
          <p:nvPr>
            <p:ph type="pic" sz="quarter" idx="15"/>
          </p:nvPr>
        </p:nvPicPr>
        <p:blipFill>
          <a:blip r:embed="rId4">
            <a:extLst>
              <a:ext uri="{28A0092B-C50C-407E-A947-70E740481C1C}">
                <a14:useLocalDpi xmlns:a14="http://schemas.microsoft.com/office/drawing/2010/main" val="0"/>
              </a:ext>
            </a:extLst>
          </a:blip>
          <a:srcRect l="9030" r="-1" b="-1"/>
          <a:stretch>
            <a:fillRect/>
          </a:stretch>
        </p:blipFill>
        <p:spPr>
          <a:xfrm>
            <a:off x="6938954" y="10"/>
            <a:ext cx="5253046" cy="5774480"/>
          </a:xfrm>
          <a:noFill/>
        </p:spPr>
      </p:pic>
      <p:sp>
        <p:nvSpPr>
          <p:cNvPr id="4" name="Title 3">
            <a:extLst>
              <a:ext uri="{FF2B5EF4-FFF2-40B4-BE49-F238E27FC236}">
                <a16:creationId xmlns:a16="http://schemas.microsoft.com/office/drawing/2014/main" id="{50CA56AD-2B8B-8453-A280-43F895C33231}"/>
              </a:ext>
            </a:extLst>
          </p:cNvPr>
          <p:cNvSpPr>
            <a:spLocks noGrp="1"/>
          </p:cNvSpPr>
          <p:nvPr>
            <p:ph type="title"/>
          </p:nvPr>
        </p:nvSpPr>
        <p:spPr>
          <a:xfrm>
            <a:off x="696000" y="412225"/>
            <a:ext cx="5220000" cy="676800"/>
          </a:xfrm>
        </p:spPr>
        <p:txBody>
          <a:bodyPr wrap="square" anchor="b">
            <a:normAutofit/>
          </a:bodyPr>
          <a:lstStyle/>
          <a:p>
            <a:r>
              <a:rPr lang="sv-SE" dirty="0" err="1"/>
              <a:t>LundaLoggern</a:t>
            </a:r>
            <a:endParaRPr lang="sv-SE" dirty="0"/>
          </a:p>
        </p:txBody>
      </p:sp>
      <p:sp>
        <p:nvSpPr>
          <p:cNvPr id="16" name="Text Placeholder 4">
            <a:extLst>
              <a:ext uri="{FF2B5EF4-FFF2-40B4-BE49-F238E27FC236}">
                <a16:creationId xmlns:a16="http://schemas.microsoft.com/office/drawing/2014/main" id="{72BFD0B2-EB1C-BF8B-7575-AC725BA46EF6}"/>
              </a:ext>
            </a:extLst>
          </p:cNvPr>
          <p:cNvSpPr>
            <a:spLocks noGrp="1"/>
          </p:cNvSpPr>
          <p:nvPr>
            <p:ph type="body" sz="quarter" idx="14"/>
          </p:nvPr>
        </p:nvSpPr>
        <p:spPr>
          <a:xfrm>
            <a:off x="695325" y="1091691"/>
            <a:ext cx="5220000" cy="345600"/>
          </a:xfrm>
        </p:spPr>
        <p:txBody>
          <a:bodyPr/>
          <a:lstStyle/>
          <a:p>
            <a:endParaRPr lang="en-US"/>
          </a:p>
        </p:txBody>
      </p:sp>
      <p:sp>
        <p:nvSpPr>
          <p:cNvPr id="18" name="Footer Placeholder 5">
            <a:extLst>
              <a:ext uri="{FF2B5EF4-FFF2-40B4-BE49-F238E27FC236}">
                <a16:creationId xmlns:a16="http://schemas.microsoft.com/office/drawing/2014/main" id="{CB6808DB-764D-E8FC-5DFD-AD0575E8833B}"/>
              </a:ext>
            </a:extLst>
          </p:cNvPr>
          <p:cNvSpPr>
            <a:spLocks noGrp="1"/>
          </p:cNvSpPr>
          <p:nvPr>
            <p:ph type="ftr" sz="quarter" idx="17"/>
          </p:nvPr>
        </p:nvSpPr>
        <p:spPr>
          <a:xfrm>
            <a:off x="696000" y="6408000"/>
            <a:ext cx="8640000" cy="108000"/>
          </a:xfrm>
        </p:spPr>
        <p:txBody>
          <a:bodyPr/>
          <a:lstStyle/>
          <a:p>
            <a:pPr>
              <a:spcAft>
                <a:spcPts val="600"/>
              </a:spcAft>
            </a:pPr>
            <a:r>
              <a:rPr lang="en-GB"/>
              <a:t>Presentation name</a:t>
            </a:r>
          </a:p>
        </p:txBody>
      </p:sp>
      <p:sp>
        <p:nvSpPr>
          <p:cNvPr id="7" name="Slide Number Placeholder 6">
            <a:extLst>
              <a:ext uri="{FF2B5EF4-FFF2-40B4-BE49-F238E27FC236}">
                <a16:creationId xmlns:a16="http://schemas.microsoft.com/office/drawing/2014/main" id="{9877CEF5-1A3F-62D0-1392-0D71EEAA830B}"/>
              </a:ext>
            </a:extLst>
          </p:cNvPr>
          <p:cNvSpPr>
            <a:spLocks noGrp="1"/>
          </p:cNvSpPr>
          <p:nvPr>
            <p:ph type="sldNum" sz="quarter" idx="18"/>
          </p:nvPr>
        </p:nvSpPr>
        <p:spPr>
          <a:xfrm>
            <a:off x="696000" y="6559200"/>
            <a:ext cx="8640000" cy="108000"/>
          </a:xfrm>
        </p:spPr>
        <p:txBody>
          <a:bodyPr anchor="ctr">
            <a:normAutofit/>
          </a:bodyPr>
          <a:lstStyle/>
          <a:p>
            <a:pPr>
              <a:spcAft>
                <a:spcPts val="600"/>
              </a:spcAft>
            </a:pPr>
            <a:r>
              <a:rPr lang="en-GB" sz="700"/>
              <a:t>Page </a:t>
            </a:r>
            <a:fld id="{C2FE92B8-3297-49BF-866E-FDAA607BBC0B}" type="slidenum">
              <a:rPr lang="en-GB" sz="700" smtClean="0"/>
              <a:pPr>
                <a:spcAft>
                  <a:spcPts val="600"/>
                </a:spcAft>
              </a:pPr>
              <a:t>15</a:t>
            </a:fld>
            <a:endParaRPr lang="en-GB" sz="700"/>
          </a:p>
        </p:txBody>
      </p:sp>
    </p:spTree>
    <p:extLst>
      <p:ext uri="{BB962C8B-B14F-4D97-AF65-F5344CB8AC3E}">
        <p14:creationId xmlns:p14="http://schemas.microsoft.com/office/powerpoint/2010/main" val="1364551604"/>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A8BFD-0482-EC5C-4E16-C2CE2041290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22B1D4D-D34C-22AA-F91A-A5FE9ECE1E3B}"/>
              </a:ext>
            </a:extLst>
          </p:cNvPr>
          <p:cNvSpPr>
            <a:spLocks noGrp="1"/>
          </p:cNvSpPr>
          <p:nvPr>
            <p:ph type="title"/>
          </p:nvPr>
        </p:nvSpPr>
        <p:spPr/>
        <p:txBody>
          <a:bodyPr/>
          <a:lstStyle/>
          <a:p>
            <a:r>
              <a:rPr lang="sv-SE" dirty="0" err="1"/>
              <a:t>LundaLoggern</a:t>
            </a:r>
            <a:endParaRPr lang="sv-SE" dirty="0"/>
          </a:p>
        </p:txBody>
      </p:sp>
      <p:sp>
        <p:nvSpPr>
          <p:cNvPr id="5" name="Text Placeholder 4">
            <a:extLst>
              <a:ext uri="{FF2B5EF4-FFF2-40B4-BE49-F238E27FC236}">
                <a16:creationId xmlns:a16="http://schemas.microsoft.com/office/drawing/2014/main" id="{E1E5AC67-9499-96E8-7D7B-F8DE2C7D73B7}"/>
              </a:ext>
            </a:extLst>
          </p:cNvPr>
          <p:cNvSpPr>
            <a:spLocks noGrp="1"/>
          </p:cNvSpPr>
          <p:nvPr>
            <p:ph type="body" sz="quarter" idx="14"/>
          </p:nvPr>
        </p:nvSpPr>
        <p:spPr/>
        <p:txBody>
          <a:bodyPr/>
          <a:lstStyle/>
          <a:p>
            <a:endParaRPr lang="sv-SE"/>
          </a:p>
        </p:txBody>
      </p:sp>
      <p:sp>
        <p:nvSpPr>
          <p:cNvPr id="7" name="Slide Number Placeholder 6">
            <a:extLst>
              <a:ext uri="{FF2B5EF4-FFF2-40B4-BE49-F238E27FC236}">
                <a16:creationId xmlns:a16="http://schemas.microsoft.com/office/drawing/2014/main" id="{D7CBCBE6-18EE-52A8-6870-C14F028EAEA0}"/>
              </a:ext>
            </a:extLst>
          </p:cNvPr>
          <p:cNvSpPr>
            <a:spLocks noGrp="1"/>
          </p:cNvSpPr>
          <p:nvPr>
            <p:ph type="sldNum" sz="quarter" idx="18"/>
          </p:nvPr>
        </p:nvSpPr>
        <p:spPr/>
        <p:txBody>
          <a:bodyPr/>
          <a:lstStyle/>
          <a:p>
            <a:r>
              <a:rPr lang="en-GB"/>
              <a:t>Page </a:t>
            </a:r>
            <a:fld id="{C2FE92B8-3297-49BF-866E-FDAA607BBC0B}" type="slidenum">
              <a:rPr lang="en-GB" smtClean="0"/>
              <a:pPr/>
              <a:t>16</a:t>
            </a:fld>
            <a:endParaRPr lang="en-GB" dirty="0"/>
          </a:p>
        </p:txBody>
      </p:sp>
      <p:sp>
        <p:nvSpPr>
          <p:cNvPr id="10" name="Content Placeholder 9">
            <a:extLst>
              <a:ext uri="{FF2B5EF4-FFF2-40B4-BE49-F238E27FC236}">
                <a16:creationId xmlns:a16="http://schemas.microsoft.com/office/drawing/2014/main" id="{933E445A-D31A-1571-845C-D524084264DE}"/>
              </a:ext>
            </a:extLst>
          </p:cNvPr>
          <p:cNvSpPr>
            <a:spLocks noGrp="1"/>
          </p:cNvSpPr>
          <p:nvPr>
            <p:ph sz="quarter" idx="19"/>
          </p:nvPr>
        </p:nvSpPr>
        <p:spPr/>
        <p:txBody>
          <a:bodyPr/>
          <a:lstStyle/>
          <a:p>
            <a:endParaRPr lang="sv-SE"/>
          </a:p>
        </p:txBody>
      </p:sp>
      <p:pic>
        <p:nvPicPr>
          <p:cNvPr id="11" name="Content Placeholder 8" descr="A blue symbol of a baby and lungs&#10;&#10;AI-generated content may be incorrect.">
            <a:extLst>
              <a:ext uri="{FF2B5EF4-FFF2-40B4-BE49-F238E27FC236}">
                <a16:creationId xmlns:a16="http://schemas.microsoft.com/office/drawing/2014/main" id="{82257D6D-1486-A3EC-957B-854A49F13CE8}"/>
              </a:ext>
            </a:extLst>
          </p:cNvPr>
          <p:cNvPicPr>
            <a:picLocks noChangeAspect="1"/>
          </p:cNvPicPr>
          <p:nvPr/>
        </p:nvPicPr>
        <p:blipFill>
          <a:blip r:embed="rId3">
            <a:extLst>
              <a:ext uri="{28A0092B-C50C-407E-A947-70E740481C1C}">
                <a14:useLocalDpi xmlns:a14="http://schemas.microsoft.com/office/drawing/2010/main" val="0"/>
              </a:ext>
            </a:extLst>
          </a:blip>
          <a:srcRect l="9030" r="-1" b="-1"/>
          <a:stretch>
            <a:fillRect/>
          </a:stretch>
        </p:blipFill>
        <p:spPr>
          <a:xfrm>
            <a:off x="10766015" y="0"/>
            <a:ext cx="1425985" cy="1567533"/>
          </a:xfrm>
          <a:custGeom>
            <a:avLst/>
            <a:gdLst>
              <a:gd name="connsiteX0" fmla="*/ 4523770 w 5253046"/>
              <a:gd name="connsiteY0" fmla="*/ 0 h 5774490"/>
              <a:gd name="connsiteX1" fmla="*/ 5253046 w 5253046"/>
              <a:gd name="connsiteY1" fmla="*/ 0 h 5774490"/>
              <a:gd name="connsiteX2" fmla="*/ 5253046 w 5253046"/>
              <a:gd name="connsiteY2" fmla="*/ 27505 h 5774490"/>
              <a:gd name="connsiteX3" fmla="*/ 5253046 w 5253046"/>
              <a:gd name="connsiteY3" fmla="*/ 536672 h 5774490"/>
              <a:gd name="connsiteX4" fmla="*/ 5253046 w 5253046"/>
              <a:gd name="connsiteY4" fmla="*/ 4168788 h 5774490"/>
              <a:gd name="connsiteX5" fmla="*/ 2552320 w 5253046"/>
              <a:gd name="connsiteY5" fmla="*/ 5728066 h 5774490"/>
              <a:gd name="connsiteX6" fmla="*/ 2079565 w 5253046"/>
              <a:gd name="connsiteY6" fmla="*/ 5601394 h 5774490"/>
              <a:gd name="connsiteX7" fmla="*/ 46425 w 5253046"/>
              <a:gd name="connsiteY7" fmla="*/ 2079921 h 5774490"/>
              <a:gd name="connsiteX8" fmla="*/ 173097 w 5253046"/>
              <a:gd name="connsiteY8" fmla="*/ 1607167 h 5774490"/>
              <a:gd name="connsiteX9" fmla="*/ 2956765 w 5253046"/>
              <a:gd name="connsiteY9" fmla="*/ 1 h 5774490"/>
              <a:gd name="connsiteX10" fmla="*/ 4523770 w 5253046"/>
              <a:gd name="connsiteY10" fmla="*/ 1 h 5774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53046" h="5774490">
                <a:moveTo>
                  <a:pt x="4523770" y="0"/>
                </a:moveTo>
                <a:lnTo>
                  <a:pt x="5253046" y="0"/>
                </a:lnTo>
                <a:lnTo>
                  <a:pt x="5253046" y="27505"/>
                </a:lnTo>
                <a:lnTo>
                  <a:pt x="5253046" y="536672"/>
                </a:lnTo>
                <a:lnTo>
                  <a:pt x="5253046" y="4168788"/>
                </a:lnTo>
                <a:lnTo>
                  <a:pt x="2552320" y="5728066"/>
                </a:lnTo>
                <a:cubicBezTo>
                  <a:pt x="2386793" y="5823634"/>
                  <a:pt x="2175134" y="5766921"/>
                  <a:pt x="2079565" y="5601394"/>
                </a:cubicBezTo>
                <a:lnTo>
                  <a:pt x="46425" y="2079921"/>
                </a:lnTo>
                <a:cubicBezTo>
                  <a:pt x="-49143" y="1914394"/>
                  <a:pt x="7570" y="1702735"/>
                  <a:pt x="173097" y="1607167"/>
                </a:cubicBezTo>
                <a:lnTo>
                  <a:pt x="2956765" y="1"/>
                </a:lnTo>
                <a:lnTo>
                  <a:pt x="4523770" y="1"/>
                </a:lnTo>
                <a:close/>
              </a:path>
            </a:pathLst>
          </a:custGeom>
          <a:noFill/>
        </p:spPr>
      </p:pic>
    </p:spTree>
    <p:extLst>
      <p:ext uri="{BB962C8B-B14F-4D97-AF65-F5344CB8AC3E}">
        <p14:creationId xmlns:p14="http://schemas.microsoft.com/office/powerpoint/2010/main" val="314715599"/>
      </p:ext>
    </p:extLst>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Office Theme">
  <a:themeElements>
    <a:clrScheme name="Getinge color 20230627">
      <a:dk1>
        <a:srgbClr val="595857"/>
      </a:dk1>
      <a:lt1>
        <a:srgbClr val="FFFFFF"/>
      </a:lt1>
      <a:dk2>
        <a:srgbClr val="18274A"/>
      </a:dk2>
      <a:lt2>
        <a:srgbClr val="E9E4E3"/>
      </a:lt2>
      <a:accent1>
        <a:srgbClr val="18274A"/>
      </a:accent1>
      <a:accent2>
        <a:srgbClr val="495A6B"/>
      </a:accent2>
      <a:accent3>
        <a:srgbClr val="31B7BC"/>
      </a:accent3>
      <a:accent4>
        <a:srgbClr val="ADE2E4"/>
      </a:accent4>
      <a:accent5>
        <a:srgbClr val="E9E4E3"/>
      </a:accent5>
      <a:accent6>
        <a:srgbClr val="D4CAC8"/>
      </a:accent6>
      <a:hlink>
        <a:srgbClr val="18274A"/>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l">
          <a:lnSpc>
            <a:spcPct val="110000"/>
          </a:lnSpc>
          <a:spcBef>
            <a:spcPts val="600"/>
          </a:spcBef>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10000"/>
          </a:lnSpc>
          <a:spcBef>
            <a:spcPts val="600"/>
          </a:spcBef>
          <a:defRPr sz="1600" dirty="0" err="1" smtClean="0"/>
        </a:defPPr>
      </a:lstStyle>
    </a:txDef>
  </a:objectDefaults>
  <a:extraClrSchemeLst/>
  <a:custClrLst>
    <a:custClr name="Getinge Snow">
      <a:srgbClr val="E9E4E3"/>
    </a:custClr>
    <a:custClr name="Getinge Oat">
      <a:srgbClr val="D4CAC8"/>
    </a:custClr>
    <a:custClr name="Getinge Clay">
      <a:srgbClr val="BFB1AC"/>
    </a:custClr>
    <a:custClr name="Getinge Cliff">
      <a:srgbClr val="8B7E79"/>
    </a:custClr>
    <a:custClr name="Getinge Granite">
      <a:srgbClr val="595857"/>
    </a:custClr>
    <a:custClr name="Getinge Midnight">
      <a:srgbClr val="495A6B"/>
    </a:custClr>
    <a:custClr name="Getinge Ocean">
      <a:srgbClr val="31B7BC"/>
    </a:custClr>
    <a:custClr name="Getinge Berry">
      <a:srgbClr val="E56B78"/>
    </a:custClr>
    <a:custClr name="Getinge Sun">
      <a:srgbClr val="F39200"/>
    </a:custClr>
    <a:custClr name="Getinge Grass">
      <a:srgbClr val="94B654"/>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70%">
      <a:srgbClr val="6FCDD0"/>
    </a:custClr>
    <a:custClr name="Getinge Berry 70%">
      <a:srgbClr val="ED98A0"/>
    </a:custClr>
    <a:custClr name="Getinge Sun 70%">
      <a:srgbClr val="F7B34D"/>
    </a:custClr>
    <a:custClr name="Getinge Grass 70%">
      <a:srgbClr val="B4CC87"/>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Getinge Ocean 40%">
      <a:srgbClr val="ADE2E4"/>
    </a:custClr>
    <a:custClr name="Getinge Berry 40%">
      <a:srgbClr val="F5C4C9"/>
    </a:custClr>
    <a:custClr name="Getinge Sun 40%">
      <a:srgbClr val="FAD399"/>
    </a:custClr>
    <a:custClr name="Getinge Grass 40%">
      <a:srgbClr val="D4E2BB"/>
    </a:custClr>
  </a:custClrLst>
  <a:extLst>
    <a:ext uri="{05A4C25C-085E-4340-85A3-A5531E510DB2}">
      <thm15:themeFamily xmlns:thm15="http://schemas.microsoft.com/office/thememl/2012/main" name="Getinge_16x9_20230704.potx" id="{C86CB47C-12DD-411D-B716-BD5B725B22DE}" vid="{5D61A01D-CFC5-4E50-A534-7DB294354334}"/>
    </a:ext>
  </a:extLst>
</a:theme>
</file>

<file path=ppt/theme/theme2.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Getinge colors">
      <a:dk1>
        <a:srgbClr val="595857"/>
      </a:dk1>
      <a:lt1>
        <a:srgbClr val="FFFFFF"/>
      </a:lt1>
      <a:dk2>
        <a:srgbClr val="18274A"/>
      </a:dk2>
      <a:lt2>
        <a:srgbClr val="E9E4E3"/>
      </a:lt2>
      <a:accent1>
        <a:srgbClr val="18274A"/>
      </a:accent1>
      <a:accent2>
        <a:srgbClr val="495A6B"/>
      </a:accent2>
      <a:accent3>
        <a:srgbClr val="8B7E79"/>
      </a:accent3>
      <a:accent4>
        <a:srgbClr val="BFB1AC"/>
      </a:accent4>
      <a:accent5>
        <a:srgbClr val="D4CAC8"/>
      </a:accent5>
      <a:accent6>
        <a:srgbClr val="E9E4E3"/>
      </a:accent6>
      <a:hlink>
        <a:srgbClr val="7F7F7F"/>
      </a:hlink>
      <a:folHlink>
        <a:srgbClr val="7F7F7F"/>
      </a:folHlink>
    </a:clrScheme>
    <a:fontScheme name="Getinge fo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9acc02a-c8f5-41c3-948c-9949a2c263bb">
      <Terms xmlns="http://schemas.microsoft.com/office/infopath/2007/PartnerControls"/>
    </lcf76f155ced4ddcb4097134ff3c332f>
    <TaxCatchAll xmlns="e2c5984c-8612-4132-ad6e-33699d3d83f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982B31DA8C6E342B9C55D122F8D03F3" ma:contentTypeVersion="19" ma:contentTypeDescription="Create a new document." ma:contentTypeScope="" ma:versionID="a7440640abb51b684a864ff054e46d73">
  <xsd:schema xmlns:xsd="http://www.w3.org/2001/XMLSchema" xmlns:xs="http://www.w3.org/2001/XMLSchema" xmlns:p="http://schemas.microsoft.com/office/2006/metadata/properties" xmlns:ns2="49acc02a-c8f5-41c3-948c-9949a2c263bb" xmlns:ns3="e2c5984c-8612-4132-ad6e-33699d3d83f1" targetNamespace="http://schemas.microsoft.com/office/2006/metadata/properties" ma:root="true" ma:fieldsID="e9e416d79cbbbb1f27ad9a403097787a" ns2:_="" ns3:_="">
    <xsd:import namespace="49acc02a-c8f5-41c3-948c-9949a2c263bb"/>
    <xsd:import namespace="e2c5984c-8612-4132-ad6e-33699d3d83f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acc02a-c8f5-41c3-948c-9949a2c26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905ff41-04b4-41da-a488-6cac68089d6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2c5984c-8612-4132-ad6e-33699d3d83f1"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7a4c88b-5ca9-498b-85b6-88fcf62d23a6}" ma:internalName="TaxCatchAll" ma:showField="CatchAllData" ma:web="e2c5984c-8612-4132-ad6e-33699d3d83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52AD6F-2171-4581-BA6C-9F10DE797FA3}">
  <ds:schemaRefs>
    <ds:schemaRef ds:uri="http://schemas.microsoft.com/office/2006/metadata/properties"/>
    <ds:schemaRef ds:uri="http://schemas.microsoft.com/office/infopath/2007/PartnerControls"/>
    <ds:schemaRef ds:uri="49acc02a-c8f5-41c3-948c-9949a2c263bb"/>
    <ds:schemaRef ds:uri="e2c5984c-8612-4132-ad6e-33699d3d83f1"/>
  </ds:schemaRefs>
</ds:datastoreItem>
</file>

<file path=customXml/itemProps2.xml><?xml version="1.0" encoding="utf-8"?>
<ds:datastoreItem xmlns:ds="http://schemas.openxmlformats.org/officeDocument/2006/customXml" ds:itemID="{2A522438-5191-4B64-B3C4-3D5BBBC5FFE5}">
  <ds:schemaRefs>
    <ds:schemaRef ds:uri="http://schemas.microsoft.com/sharepoint/v3/contenttype/forms"/>
  </ds:schemaRefs>
</ds:datastoreItem>
</file>

<file path=customXml/itemProps3.xml><?xml version="1.0" encoding="utf-8"?>
<ds:datastoreItem xmlns:ds="http://schemas.openxmlformats.org/officeDocument/2006/customXml" ds:itemID="{7CF209F1-FDE3-414D-8E5E-0A3C10AC04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acc02a-c8f5-41c3-948c-9949a2c263bb"/>
    <ds:schemaRef ds:uri="e2c5984c-8612-4132-ad6e-33699d3d83f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Getinge 16-9</Template>
  <TotalTime>43568</TotalTime>
  <Words>807</Words>
  <Application>Microsoft Office PowerPoint</Application>
  <PresentationFormat>Widescreen</PresentationFormat>
  <Paragraphs>141</Paragraphs>
  <Slides>16</Slides>
  <Notes>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16</vt:i4>
      </vt:variant>
    </vt:vector>
  </HeadingPairs>
  <TitlesOfParts>
    <vt:vector size="18" baseType="lpstr">
      <vt:lpstr>Arial</vt:lpstr>
      <vt:lpstr>Office Theme</vt:lpstr>
      <vt:lpstr>LundaLoggern</vt:lpstr>
      <vt:lpstr>The Problem</vt:lpstr>
      <vt:lpstr>Introducing LundaLoggern</vt:lpstr>
      <vt:lpstr>How It Works</vt:lpstr>
      <vt:lpstr>What Gets Logged</vt:lpstr>
      <vt:lpstr>Key Features &amp; Benefits</vt:lpstr>
      <vt:lpstr>Target Markets &amp; Use Cases</vt:lpstr>
      <vt:lpstr>Competitive Advantages</vt:lpstr>
      <vt:lpstr>Product Demo</vt:lpstr>
      <vt:lpstr>Technical Snapshot</vt:lpstr>
      <vt:lpstr>Roadmap</vt:lpstr>
      <vt:lpstr>Call to Action</vt:lpstr>
      <vt:lpstr>Q &amp; A</vt:lpstr>
      <vt:lpstr>PowerPoint Presentation</vt:lpstr>
      <vt:lpstr>LundaLoggern</vt:lpstr>
      <vt:lpstr>LundaLoggern</vt:lpstr>
    </vt:vector>
  </TitlesOfParts>
  <Company>Getinge 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Through flow</dc:title>
  <dc:creator>Åke Larsson</dc:creator>
  <cp:lastModifiedBy>Åke Larsson</cp:lastModifiedBy>
  <cp:revision>17</cp:revision>
  <dcterms:created xsi:type="dcterms:W3CDTF">2025-10-13T07:16:28Z</dcterms:created>
  <dcterms:modified xsi:type="dcterms:W3CDTF">2026-03-23T13:03:07Z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0x0101000982B31DA8C6E342B9C55D122F8D03F3</vt:lpwstr>
  </property>
  <property fmtid="{D5CDD505-2E9C-101B-9397-08002B2CF9AE}" pid="3" name="MediaServiceImageTags">
    <vt:lpwstr/>
  </property>
</Properties>
</file>